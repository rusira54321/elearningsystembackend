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77" r:id="rId1"/>
  </p:sldMasterIdLst>
  <p:notesMasterIdLst>
    <p:notesMasterId r:id="rId38"/>
  </p:notesMasterIdLst>
  <p:sldIdLst>
    <p:sldId id="256" r:id="rId2"/>
    <p:sldId id="257" r:id="rId3"/>
    <p:sldId id="262" r:id="rId4"/>
    <p:sldId id="399" r:id="rId5"/>
    <p:sldId id="398" r:id="rId6"/>
    <p:sldId id="400" r:id="rId7"/>
    <p:sldId id="277" r:id="rId8"/>
    <p:sldId id="402" r:id="rId9"/>
    <p:sldId id="403" r:id="rId10"/>
    <p:sldId id="395" r:id="rId11"/>
    <p:sldId id="396" r:id="rId12"/>
    <p:sldId id="397" r:id="rId13"/>
    <p:sldId id="329" r:id="rId14"/>
    <p:sldId id="405" r:id="rId15"/>
    <p:sldId id="404" r:id="rId16"/>
    <p:sldId id="406" r:id="rId17"/>
    <p:sldId id="409" r:id="rId18"/>
    <p:sldId id="407" r:id="rId19"/>
    <p:sldId id="408" r:id="rId20"/>
    <p:sldId id="410" r:id="rId21"/>
    <p:sldId id="412" r:id="rId22"/>
    <p:sldId id="413" r:id="rId23"/>
    <p:sldId id="415" r:id="rId24"/>
    <p:sldId id="417" r:id="rId25"/>
    <p:sldId id="418" r:id="rId26"/>
    <p:sldId id="419" r:id="rId27"/>
    <p:sldId id="420" r:id="rId28"/>
    <p:sldId id="278" r:id="rId29"/>
    <p:sldId id="423" r:id="rId30"/>
    <p:sldId id="424" r:id="rId31"/>
    <p:sldId id="425" r:id="rId32"/>
    <p:sldId id="427" r:id="rId33"/>
    <p:sldId id="426" r:id="rId34"/>
    <p:sldId id="422" r:id="rId35"/>
    <p:sldId id="401" r:id="rId36"/>
    <p:sldId id="27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4245C-5135-B859-3249-6031AE9E375E}" v="4251" dt="2025-08-23T07:10:19.730"/>
    <p1510:client id="{BAAA1309-E6DD-42DD-B0DC-20336A39E5AF}" v="627" dt="2025-08-23T11:35:39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30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n Jayasinghearachchi" userId="e0f191b0-af06-4f5a-b353-a7a1de994339" providerId="ADAL" clId="{BAAA1309-E6DD-42DD-B0DC-20336A39E5AF}"/>
    <pc:docChg chg="undo redo custSel addSld modSld sldOrd">
      <pc:chgData name="Vishan Jayasinghearachchi" userId="e0f191b0-af06-4f5a-b353-a7a1de994339" providerId="ADAL" clId="{BAAA1309-E6DD-42DD-B0DC-20336A39E5AF}" dt="2025-08-23T13:21:09.431" v="1066" actId="21"/>
      <pc:docMkLst>
        <pc:docMk/>
      </pc:docMkLst>
      <pc:sldChg chg="modSp mod">
        <pc:chgData name="Vishan Jayasinghearachchi" userId="e0f191b0-af06-4f5a-b353-a7a1de994339" providerId="ADAL" clId="{BAAA1309-E6DD-42DD-B0DC-20336A39E5AF}" dt="2025-08-23T11:48:52.131" v="1060" actId="20577"/>
        <pc:sldMkLst>
          <pc:docMk/>
          <pc:sldMk cId="2927834136" sldId="257"/>
        </pc:sldMkLst>
        <pc:spChg chg="mod">
          <ac:chgData name="Vishan Jayasinghearachchi" userId="e0f191b0-af06-4f5a-b353-a7a1de994339" providerId="ADAL" clId="{BAAA1309-E6DD-42DD-B0DC-20336A39E5AF}" dt="2025-08-23T11:48:52.131" v="1060" actId="20577"/>
          <ac:spMkLst>
            <pc:docMk/>
            <pc:sldMk cId="2927834136" sldId="257"/>
            <ac:spMk id="3" creationId="{22939B31-F74A-F3F0-0961-2017A230A82F}"/>
          </ac:spMkLst>
        </pc:spChg>
      </pc:sldChg>
      <pc:sldChg chg="modSp mod">
        <pc:chgData name="Vishan Jayasinghearachchi" userId="e0f191b0-af06-4f5a-b353-a7a1de994339" providerId="ADAL" clId="{BAAA1309-E6DD-42DD-B0DC-20336A39E5AF}" dt="2025-08-23T09:44:47.125" v="453" actId="20577"/>
        <pc:sldMkLst>
          <pc:docMk/>
          <pc:sldMk cId="974587379" sldId="262"/>
        </pc:sldMkLst>
        <pc:spChg chg="mod">
          <ac:chgData name="Vishan Jayasinghearachchi" userId="e0f191b0-af06-4f5a-b353-a7a1de994339" providerId="ADAL" clId="{BAAA1309-E6DD-42DD-B0DC-20336A39E5AF}" dt="2025-08-23T09:44:47.125" v="453" actId="20577"/>
          <ac:spMkLst>
            <pc:docMk/>
            <pc:sldMk cId="974587379" sldId="262"/>
            <ac:spMk id="3" creationId="{11569E33-B5A7-70BB-3425-2B63A974FD9D}"/>
          </ac:spMkLst>
        </pc:spChg>
      </pc:sldChg>
      <pc:sldChg chg="modSp modAnim">
        <pc:chgData name="Vishan Jayasinghearachchi" userId="e0f191b0-af06-4f5a-b353-a7a1de994339" providerId="ADAL" clId="{BAAA1309-E6DD-42DD-B0DC-20336A39E5AF}" dt="2025-08-23T07:14:50.159" v="10"/>
        <pc:sldMkLst>
          <pc:docMk/>
          <pc:sldMk cId="3594926889" sldId="277"/>
        </pc:sldMkLst>
        <pc:spChg chg="mod">
          <ac:chgData name="Vishan Jayasinghearachchi" userId="e0f191b0-af06-4f5a-b353-a7a1de994339" providerId="ADAL" clId="{BAAA1309-E6DD-42DD-B0DC-20336A39E5AF}" dt="2025-08-23T07:14:31.291" v="4" actId="15"/>
          <ac:spMkLst>
            <pc:docMk/>
            <pc:sldMk cId="3594926889" sldId="277"/>
            <ac:spMk id="3" creationId="{8AC615F3-A91C-C58C-0469-EF1D4850CBD5}"/>
          </ac:spMkLst>
        </pc:spChg>
      </pc:sldChg>
      <pc:sldChg chg="modSp modAnim">
        <pc:chgData name="Vishan Jayasinghearachchi" userId="e0f191b0-af06-4f5a-b353-a7a1de994339" providerId="ADAL" clId="{BAAA1309-E6DD-42DD-B0DC-20336A39E5AF}" dt="2025-08-23T11:19:45.077" v="777" actId="20577"/>
        <pc:sldMkLst>
          <pc:docMk/>
          <pc:sldMk cId="330027289" sldId="329"/>
        </pc:sldMkLst>
        <pc:spChg chg="mod">
          <ac:chgData name="Vishan Jayasinghearachchi" userId="e0f191b0-af06-4f5a-b353-a7a1de994339" providerId="ADAL" clId="{BAAA1309-E6DD-42DD-B0DC-20336A39E5AF}" dt="2025-08-23T11:19:45.077" v="777" actId="20577"/>
          <ac:spMkLst>
            <pc:docMk/>
            <pc:sldMk cId="330027289" sldId="329"/>
            <ac:spMk id="3" creationId="{939927C4-C123-D50C-CAC5-0929C57190AE}"/>
          </ac:spMkLst>
        </pc:spChg>
      </pc:sldChg>
      <pc:sldChg chg="modSp mod modAnim">
        <pc:chgData name="Vishan Jayasinghearachchi" userId="e0f191b0-af06-4f5a-b353-a7a1de994339" providerId="ADAL" clId="{BAAA1309-E6DD-42DD-B0DC-20336A39E5AF}" dt="2025-08-23T11:18:26.578" v="738" actId="113"/>
        <pc:sldMkLst>
          <pc:docMk/>
          <pc:sldMk cId="3237494382" sldId="395"/>
        </pc:sldMkLst>
        <pc:spChg chg="mod">
          <ac:chgData name="Vishan Jayasinghearachchi" userId="e0f191b0-af06-4f5a-b353-a7a1de994339" providerId="ADAL" clId="{BAAA1309-E6DD-42DD-B0DC-20336A39E5AF}" dt="2025-08-23T11:18:26.578" v="738" actId="113"/>
          <ac:spMkLst>
            <pc:docMk/>
            <pc:sldMk cId="3237494382" sldId="395"/>
            <ac:spMk id="3" creationId="{23646D47-4DA5-E744-3DD4-623494CF5815}"/>
          </ac:spMkLst>
        </pc:spChg>
      </pc:sldChg>
      <pc:sldChg chg="modSp modAnim">
        <pc:chgData name="Vishan Jayasinghearachchi" userId="e0f191b0-af06-4f5a-b353-a7a1de994339" providerId="ADAL" clId="{BAAA1309-E6DD-42DD-B0DC-20336A39E5AF}" dt="2025-08-23T11:19:06.618" v="740" actId="20577"/>
        <pc:sldMkLst>
          <pc:docMk/>
          <pc:sldMk cId="1716908700" sldId="397"/>
        </pc:sldMkLst>
        <pc:spChg chg="mod">
          <ac:chgData name="Vishan Jayasinghearachchi" userId="e0f191b0-af06-4f5a-b353-a7a1de994339" providerId="ADAL" clId="{BAAA1309-E6DD-42DD-B0DC-20336A39E5AF}" dt="2025-08-23T11:19:06.618" v="740" actId="20577"/>
          <ac:spMkLst>
            <pc:docMk/>
            <pc:sldMk cId="1716908700" sldId="397"/>
            <ac:spMk id="3" creationId="{1B44E48F-AFB8-9E3D-0C59-0D1D92EB1FC9}"/>
          </ac:spMkLst>
        </pc:spChg>
      </pc:sldChg>
      <pc:sldChg chg="ord">
        <pc:chgData name="Vishan Jayasinghearachchi" userId="e0f191b0-af06-4f5a-b353-a7a1de994339" providerId="ADAL" clId="{BAAA1309-E6DD-42DD-B0DC-20336A39E5AF}" dt="2025-08-23T11:10:40.212" v="597"/>
        <pc:sldMkLst>
          <pc:docMk/>
          <pc:sldMk cId="555700842" sldId="398"/>
        </pc:sldMkLst>
      </pc:sldChg>
      <pc:sldChg chg="modSp mod">
        <pc:chgData name="Vishan Jayasinghearachchi" userId="e0f191b0-af06-4f5a-b353-a7a1de994339" providerId="ADAL" clId="{BAAA1309-E6DD-42DD-B0DC-20336A39E5AF}" dt="2025-08-23T11:16:22.059" v="737" actId="27636"/>
        <pc:sldMkLst>
          <pc:docMk/>
          <pc:sldMk cId="4149583647" sldId="399"/>
        </pc:sldMkLst>
        <pc:spChg chg="mod">
          <ac:chgData name="Vishan Jayasinghearachchi" userId="e0f191b0-af06-4f5a-b353-a7a1de994339" providerId="ADAL" clId="{BAAA1309-E6DD-42DD-B0DC-20336A39E5AF}" dt="2025-08-23T11:16:22.059" v="737" actId="27636"/>
          <ac:spMkLst>
            <pc:docMk/>
            <pc:sldMk cId="4149583647" sldId="399"/>
            <ac:spMk id="3" creationId="{07D7B419-B459-409D-A817-89BF16E406A7}"/>
          </ac:spMkLst>
        </pc:spChg>
      </pc:sldChg>
      <pc:sldChg chg="modSp mod">
        <pc:chgData name="Vishan Jayasinghearachchi" userId="e0f191b0-af06-4f5a-b353-a7a1de994339" providerId="ADAL" clId="{BAAA1309-E6DD-42DD-B0DC-20336A39E5AF}" dt="2025-08-23T07:23:18.627" v="259"/>
        <pc:sldMkLst>
          <pc:docMk/>
          <pc:sldMk cId="285451432" sldId="401"/>
        </pc:sldMkLst>
        <pc:spChg chg="mod">
          <ac:chgData name="Vishan Jayasinghearachchi" userId="e0f191b0-af06-4f5a-b353-a7a1de994339" providerId="ADAL" clId="{BAAA1309-E6DD-42DD-B0DC-20336A39E5AF}" dt="2025-08-23T07:23:18.627" v="259"/>
          <ac:spMkLst>
            <pc:docMk/>
            <pc:sldMk cId="285451432" sldId="401"/>
            <ac:spMk id="3" creationId="{38A25F3F-95B1-D3F6-8EC5-F1052E0035CD}"/>
          </ac:spMkLst>
        </pc:spChg>
      </pc:sldChg>
      <pc:sldChg chg="modAnim">
        <pc:chgData name="Vishan Jayasinghearachchi" userId="e0f191b0-af06-4f5a-b353-a7a1de994339" providerId="ADAL" clId="{BAAA1309-E6DD-42DD-B0DC-20336A39E5AF}" dt="2025-08-23T07:15:08.325" v="15"/>
        <pc:sldMkLst>
          <pc:docMk/>
          <pc:sldMk cId="2550140775" sldId="402"/>
        </pc:sldMkLst>
      </pc:sldChg>
      <pc:sldChg chg="modSp modAnim">
        <pc:chgData name="Vishan Jayasinghearachchi" userId="e0f191b0-af06-4f5a-b353-a7a1de994339" providerId="ADAL" clId="{BAAA1309-E6DD-42DD-B0DC-20336A39E5AF}" dt="2025-08-23T07:15:45.226" v="34"/>
        <pc:sldMkLst>
          <pc:docMk/>
          <pc:sldMk cId="3741602822" sldId="403"/>
        </pc:sldMkLst>
        <pc:spChg chg="mod">
          <ac:chgData name="Vishan Jayasinghearachchi" userId="e0f191b0-af06-4f5a-b353-a7a1de994339" providerId="ADAL" clId="{BAAA1309-E6DD-42DD-B0DC-20336A39E5AF}" dt="2025-08-23T07:15:30.179" v="30" actId="20577"/>
          <ac:spMkLst>
            <pc:docMk/>
            <pc:sldMk cId="3741602822" sldId="403"/>
            <ac:spMk id="3" creationId="{FB88FEE1-C17C-ED7D-74D7-B0F236CE9F2D}"/>
          </ac:spMkLst>
        </pc:spChg>
      </pc:sldChg>
      <pc:sldChg chg="modSp modAnim">
        <pc:chgData name="Vishan Jayasinghearachchi" userId="e0f191b0-af06-4f5a-b353-a7a1de994339" providerId="ADAL" clId="{BAAA1309-E6DD-42DD-B0DC-20336A39E5AF}" dt="2025-08-23T11:24:45.416" v="831" actId="20577"/>
        <pc:sldMkLst>
          <pc:docMk/>
          <pc:sldMk cId="1352231958" sldId="404"/>
        </pc:sldMkLst>
        <pc:spChg chg="mod">
          <ac:chgData name="Vishan Jayasinghearachchi" userId="e0f191b0-af06-4f5a-b353-a7a1de994339" providerId="ADAL" clId="{BAAA1309-E6DD-42DD-B0DC-20336A39E5AF}" dt="2025-08-23T11:24:45.416" v="831" actId="20577"/>
          <ac:spMkLst>
            <pc:docMk/>
            <pc:sldMk cId="1352231958" sldId="404"/>
            <ac:spMk id="6" creationId="{ADABD1FE-0345-DE9A-844B-80D6740A44B0}"/>
          </ac:spMkLst>
        </pc:spChg>
      </pc:sldChg>
      <pc:sldChg chg="modSp mod addAnim delAnim">
        <pc:chgData name="Vishan Jayasinghearachchi" userId="e0f191b0-af06-4f5a-b353-a7a1de994339" providerId="ADAL" clId="{BAAA1309-E6DD-42DD-B0DC-20336A39E5AF}" dt="2025-08-23T13:21:09.431" v="1066" actId="21"/>
        <pc:sldMkLst>
          <pc:docMk/>
          <pc:sldMk cId="523971657" sldId="405"/>
        </pc:sldMkLst>
        <pc:spChg chg="mod">
          <ac:chgData name="Vishan Jayasinghearachchi" userId="e0f191b0-af06-4f5a-b353-a7a1de994339" providerId="ADAL" clId="{BAAA1309-E6DD-42DD-B0DC-20336A39E5AF}" dt="2025-08-23T13:21:09.431" v="1066" actId="21"/>
          <ac:spMkLst>
            <pc:docMk/>
            <pc:sldMk cId="523971657" sldId="405"/>
            <ac:spMk id="3" creationId="{D4DDE3B6-FE3B-7A81-665A-7759E457039E}"/>
          </ac:spMkLst>
        </pc:spChg>
      </pc:sldChg>
      <pc:sldChg chg="addSp modSp mod modAnim">
        <pc:chgData name="Vishan Jayasinghearachchi" userId="e0f191b0-af06-4f5a-b353-a7a1de994339" providerId="ADAL" clId="{BAAA1309-E6DD-42DD-B0DC-20336A39E5AF}" dt="2025-08-23T11:31:41.679" v="990" actId="20577"/>
        <pc:sldMkLst>
          <pc:docMk/>
          <pc:sldMk cId="220705822" sldId="406"/>
        </pc:sldMkLst>
        <pc:spChg chg="mod">
          <ac:chgData name="Vishan Jayasinghearachchi" userId="e0f191b0-af06-4f5a-b353-a7a1de994339" providerId="ADAL" clId="{BAAA1309-E6DD-42DD-B0DC-20336A39E5AF}" dt="2025-08-23T11:27:34.721" v="864"/>
          <ac:spMkLst>
            <pc:docMk/>
            <pc:sldMk cId="220705822" sldId="406"/>
            <ac:spMk id="2" creationId="{BBD43100-3C73-6807-1105-9D460985EFAF}"/>
          </ac:spMkLst>
        </pc:spChg>
        <pc:spChg chg="mod">
          <ac:chgData name="Vishan Jayasinghearachchi" userId="e0f191b0-af06-4f5a-b353-a7a1de994339" providerId="ADAL" clId="{BAAA1309-E6DD-42DD-B0DC-20336A39E5AF}" dt="2025-08-23T11:31:41.679" v="990" actId="20577"/>
          <ac:spMkLst>
            <pc:docMk/>
            <pc:sldMk cId="220705822" sldId="406"/>
            <ac:spMk id="3" creationId="{4DDCA553-513C-20E2-37D6-C6B55100589B}"/>
          </ac:spMkLst>
        </pc:spChg>
        <pc:spChg chg="add">
          <ac:chgData name="Vishan Jayasinghearachchi" userId="e0f191b0-af06-4f5a-b353-a7a1de994339" providerId="ADAL" clId="{BAAA1309-E6DD-42DD-B0DC-20336A39E5AF}" dt="2025-08-23T11:30:44.941" v="916"/>
          <ac:spMkLst>
            <pc:docMk/>
            <pc:sldMk cId="220705822" sldId="406"/>
            <ac:spMk id="4" creationId="{25AD87E9-E7A7-8427-6615-C3930A5BB8F0}"/>
          </ac:spMkLst>
        </pc:spChg>
        <pc:spChg chg="add">
          <ac:chgData name="Vishan Jayasinghearachchi" userId="e0f191b0-af06-4f5a-b353-a7a1de994339" providerId="ADAL" clId="{BAAA1309-E6DD-42DD-B0DC-20336A39E5AF}" dt="2025-08-23T11:31:01.624" v="917"/>
          <ac:spMkLst>
            <pc:docMk/>
            <pc:sldMk cId="220705822" sldId="406"/>
            <ac:spMk id="5" creationId="{2DE6DEF2-792D-7B8B-54B4-72296F6AB73F}"/>
          </ac:spMkLst>
        </pc:spChg>
      </pc:sldChg>
      <pc:sldChg chg="modAnim">
        <pc:chgData name="Vishan Jayasinghearachchi" userId="e0f191b0-af06-4f5a-b353-a7a1de994339" providerId="ADAL" clId="{BAAA1309-E6DD-42DD-B0DC-20336A39E5AF}" dt="2025-08-23T07:18:09.344" v="92"/>
        <pc:sldMkLst>
          <pc:docMk/>
          <pc:sldMk cId="916313706" sldId="407"/>
        </pc:sldMkLst>
      </pc:sldChg>
      <pc:sldChg chg="modAnim">
        <pc:chgData name="Vishan Jayasinghearachchi" userId="e0f191b0-af06-4f5a-b353-a7a1de994339" providerId="ADAL" clId="{BAAA1309-E6DD-42DD-B0DC-20336A39E5AF}" dt="2025-08-23T07:18:14.233" v="101"/>
        <pc:sldMkLst>
          <pc:docMk/>
          <pc:sldMk cId="2659145599" sldId="408"/>
        </pc:sldMkLst>
      </pc:sldChg>
      <pc:sldChg chg="addSp delSp modSp mod modAnim">
        <pc:chgData name="Vishan Jayasinghearachchi" userId="e0f191b0-af06-4f5a-b353-a7a1de994339" providerId="ADAL" clId="{BAAA1309-E6DD-42DD-B0DC-20336A39E5AF}" dt="2025-08-23T12:32:37.688" v="1063" actId="14100"/>
        <pc:sldMkLst>
          <pc:docMk/>
          <pc:sldMk cId="664877525" sldId="409"/>
        </pc:sldMkLst>
        <pc:spChg chg="mod">
          <ac:chgData name="Vishan Jayasinghearachchi" userId="e0f191b0-af06-4f5a-b353-a7a1de994339" providerId="ADAL" clId="{BAAA1309-E6DD-42DD-B0DC-20336A39E5AF}" dt="2025-08-23T11:27:25.284" v="863" actId="20577"/>
          <ac:spMkLst>
            <pc:docMk/>
            <pc:sldMk cId="664877525" sldId="409"/>
            <ac:spMk id="2" creationId="{A1D5F354-413C-CE4A-1796-063248184CC3}"/>
          </ac:spMkLst>
        </pc:spChg>
        <pc:spChg chg="add del">
          <ac:chgData name="Vishan Jayasinghearachchi" userId="e0f191b0-af06-4f5a-b353-a7a1de994339" providerId="ADAL" clId="{BAAA1309-E6DD-42DD-B0DC-20336A39E5AF}" dt="2025-08-23T11:25:17.333" v="833" actId="11529"/>
          <ac:spMkLst>
            <pc:docMk/>
            <pc:sldMk cId="664877525" sldId="409"/>
            <ac:spMk id="3" creationId="{1A0A8148-F5C6-E980-C8AA-2CE7967BCB7F}"/>
          </ac:spMkLst>
        </pc:spChg>
        <pc:spChg chg="add mod">
          <ac:chgData name="Vishan Jayasinghearachchi" userId="e0f191b0-af06-4f5a-b353-a7a1de994339" providerId="ADAL" clId="{BAAA1309-E6DD-42DD-B0DC-20336A39E5AF}" dt="2025-08-23T12:32:37.688" v="1063" actId="14100"/>
          <ac:spMkLst>
            <pc:docMk/>
            <pc:sldMk cId="664877525" sldId="409"/>
            <ac:spMk id="4" creationId="{331CBC6E-FD3C-7E73-3FD3-758C93819EB6}"/>
          </ac:spMkLst>
        </pc:spChg>
        <pc:spChg chg="add mod">
          <ac:chgData name="Vishan Jayasinghearachchi" userId="e0f191b0-af06-4f5a-b353-a7a1de994339" providerId="ADAL" clId="{BAAA1309-E6DD-42DD-B0DC-20336A39E5AF}" dt="2025-08-23T11:26:34.724" v="851" actId="20577"/>
          <ac:spMkLst>
            <pc:docMk/>
            <pc:sldMk cId="664877525" sldId="409"/>
            <ac:spMk id="14" creationId="{1F848D7B-848B-DB81-340E-2805BD880848}"/>
          </ac:spMkLst>
        </pc:spChg>
        <pc:picChg chg="mod">
          <ac:chgData name="Vishan Jayasinghearachchi" userId="e0f191b0-af06-4f5a-b353-a7a1de994339" providerId="ADAL" clId="{BAAA1309-E6DD-42DD-B0DC-20336A39E5AF}" dt="2025-08-23T12:32:34.368" v="1062" actId="14100"/>
          <ac:picMkLst>
            <pc:docMk/>
            <pc:sldMk cId="664877525" sldId="409"/>
            <ac:picMk id="7" creationId="{8927CC42-2E4C-D8F9-FB53-C1E4157EA478}"/>
          </ac:picMkLst>
        </pc:picChg>
        <pc:cxnChg chg="add del mod">
          <ac:chgData name="Vishan Jayasinghearachchi" userId="e0f191b0-af06-4f5a-b353-a7a1de994339" providerId="ADAL" clId="{BAAA1309-E6DD-42DD-B0DC-20336A39E5AF}" dt="2025-08-23T11:26:08.242" v="839" actId="478"/>
          <ac:cxnSpMkLst>
            <pc:docMk/>
            <pc:sldMk cId="664877525" sldId="409"/>
            <ac:cxnSpMk id="6" creationId="{2E3E276B-E8A3-688A-12B6-40820177BEFD}"/>
          </ac:cxnSpMkLst>
        </pc:cxnChg>
        <pc:cxnChg chg="add mod">
          <ac:chgData name="Vishan Jayasinghearachchi" userId="e0f191b0-af06-4f5a-b353-a7a1de994339" providerId="ADAL" clId="{BAAA1309-E6DD-42DD-B0DC-20336A39E5AF}" dt="2025-08-23T11:26:41.378" v="852" actId="1076"/>
          <ac:cxnSpMkLst>
            <pc:docMk/>
            <pc:sldMk cId="664877525" sldId="409"/>
            <ac:cxnSpMk id="13" creationId="{B630C267-82A2-872F-01DF-5A3DBC57D3F2}"/>
          </ac:cxnSpMkLst>
        </pc:cxnChg>
      </pc:sldChg>
      <pc:sldChg chg="modSp modAnim">
        <pc:chgData name="Vishan Jayasinghearachchi" userId="e0f191b0-af06-4f5a-b353-a7a1de994339" providerId="ADAL" clId="{BAAA1309-E6DD-42DD-B0DC-20336A39E5AF}" dt="2025-08-23T09:53:37.563" v="592" actId="20577"/>
        <pc:sldMkLst>
          <pc:docMk/>
          <pc:sldMk cId="1001826569" sldId="410"/>
        </pc:sldMkLst>
        <pc:spChg chg="mod">
          <ac:chgData name="Vishan Jayasinghearachchi" userId="e0f191b0-af06-4f5a-b353-a7a1de994339" providerId="ADAL" clId="{BAAA1309-E6DD-42DD-B0DC-20336A39E5AF}" dt="2025-08-23T09:53:37.563" v="592" actId="20577"/>
          <ac:spMkLst>
            <pc:docMk/>
            <pc:sldMk cId="1001826569" sldId="410"/>
            <ac:spMk id="3" creationId="{A20E68FF-D958-9DFC-DC3E-EE184662DD20}"/>
          </ac:spMkLst>
        </pc:spChg>
      </pc:sldChg>
      <pc:sldChg chg="modSp mod">
        <pc:chgData name="Vishan Jayasinghearachchi" userId="e0f191b0-af06-4f5a-b353-a7a1de994339" providerId="ADAL" clId="{BAAA1309-E6DD-42DD-B0DC-20336A39E5AF}" dt="2025-08-23T11:35:01.254" v="1006" actId="20577"/>
        <pc:sldMkLst>
          <pc:docMk/>
          <pc:sldMk cId="1451752766" sldId="413"/>
        </pc:sldMkLst>
        <pc:spChg chg="mod">
          <ac:chgData name="Vishan Jayasinghearachchi" userId="e0f191b0-af06-4f5a-b353-a7a1de994339" providerId="ADAL" clId="{BAAA1309-E6DD-42DD-B0DC-20336A39E5AF}" dt="2025-08-23T11:35:01.254" v="1006" actId="20577"/>
          <ac:spMkLst>
            <pc:docMk/>
            <pc:sldMk cId="1451752766" sldId="413"/>
            <ac:spMk id="6" creationId="{B086F385-5CFB-6C26-00BE-CB98BE5FDF8D}"/>
          </ac:spMkLst>
        </pc:spChg>
      </pc:sldChg>
      <pc:sldChg chg="modSp mod">
        <pc:chgData name="Vishan Jayasinghearachchi" userId="e0f191b0-af06-4f5a-b353-a7a1de994339" providerId="ADAL" clId="{BAAA1309-E6DD-42DD-B0DC-20336A39E5AF}" dt="2025-08-23T11:34:55.376" v="1001" actId="20577"/>
        <pc:sldMkLst>
          <pc:docMk/>
          <pc:sldMk cId="171354571" sldId="415"/>
        </pc:sldMkLst>
        <pc:spChg chg="mod">
          <ac:chgData name="Vishan Jayasinghearachchi" userId="e0f191b0-af06-4f5a-b353-a7a1de994339" providerId="ADAL" clId="{BAAA1309-E6DD-42DD-B0DC-20336A39E5AF}" dt="2025-08-23T11:34:55.376" v="1001" actId="20577"/>
          <ac:spMkLst>
            <pc:docMk/>
            <pc:sldMk cId="171354571" sldId="415"/>
            <ac:spMk id="6" creationId="{7672CF9C-F98E-CEEB-1956-D4148643B259}"/>
          </ac:spMkLst>
        </pc:spChg>
      </pc:sldChg>
      <pc:sldChg chg="modAnim">
        <pc:chgData name="Vishan Jayasinghearachchi" userId="e0f191b0-af06-4f5a-b353-a7a1de994339" providerId="ADAL" clId="{BAAA1309-E6DD-42DD-B0DC-20336A39E5AF}" dt="2025-08-23T07:19:59.289" v="133"/>
        <pc:sldMkLst>
          <pc:docMk/>
          <pc:sldMk cId="378537787" sldId="423"/>
        </pc:sldMkLst>
      </pc:sldChg>
      <pc:sldChg chg="modSp mod modAnim">
        <pc:chgData name="Vishan Jayasinghearachchi" userId="e0f191b0-af06-4f5a-b353-a7a1de994339" providerId="ADAL" clId="{BAAA1309-E6DD-42DD-B0DC-20336A39E5AF}" dt="2025-08-23T07:20:56.820" v="188" actId="20577"/>
        <pc:sldMkLst>
          <pc:docMk/>
          <pc:sldMk cId="485564924" sldId="424"/>
        </pc:sldMkLst>
        <pc:spChg chg="mod">
          <ac:chgData name="Vishan Jayasinghearachchi" userId="e0f191b0-af06-4f5a-b353-a7a1de994339" providerId="ADAL" clId="{BAAA1309-E6DD-42DD-B0DC-20336A39E5AF}" dt="2025-08-23T07:20:56.820" v="188" actId="20577"/>
          <ac:spMkLst>
            <pc:docMk/>
            <pc:sldMk cId="485564924" sldId="424"/>
            <ac:spMk id="3" creationId="{4E8EE7ED-D6AE-DB21-5E34-118599543F7F}"/>
          </ac:spMkLst>
        </pc:spChg>
      </pc:sldChg>
      <pc:sldChg chg="addSp modSp modAnim">
        <pc:chgData name="Vishan Jayasinghearachchi" userId="e0f191b0-af06-4f5a-b353-a7a1de994339" providerId="ADAL" clId="{BAAA1309-E6DD-42DD-B0DC-20336A39E5AF}" dt="2025-08-23T11:35:39.286" v="1013"/>
        <pc:sldMkLst>
          <pc:docMk/>
          <pc:sldMk cId="770675373" sldId="425"/>
        </pc:sldMkLst>
        <pc:spChg chg="mod">
          <ac:chgData name="Vishan Jayasinghearachchi" userId="e0f191b0-af06-4f5a-b353-a7a1de994339" providerId="ADAL" clId="{BAAA1309-E6DD-42DD-B0DC-20336A39E5AF}" dt="2025-08-23T11:35:39.286" v="1013"/>
          <ac:spMkLst>
            <pc:docMk/>
            <pc:sldMk cId="770675373" sldId="425"/>
            <ac:spMk id="3" creationId="{441EEA22-F134-2E03-0358-6E082781CE8C}"/>
          </ac:spMkLst>
        </pc:spChg>
        <pc:picChg chg="add mod">
          <ac:chgData name="Vishan Jayasinghearachchi" userId="e0f191b0-af06-4f5a-b353-a7a1de994339" providerId="ADAL" clId="{BAAA1309-E6DD-42DD-B0DC-20336A39E5AF}" dt="2025-08-23T07:21:13.236" v="189"/>
          <ac:picMkLst>
            <pc:docMk/>
            <pc:sldMk cId="770675373" sldId="425"/>
            <ac:picMk id="4" creationId="{B2D6844E-3DDE-A1D2-C434-D6E5C9EF7A70}"/>
          </ac:picMkLst>
        </pc:picChg>
      </pc:sldChg>
      <pc:sldChg chg="modSp mod">
        <pc:chgData name="Vishan Jayasinghearachchi" userId="e0f191b0-af06-4f5a-b353-a7a1de994339" providerId="ADAL" clId="{BAAA1309-E6DD-42DD-B0DC-20336A39E5AF}" dt="2025-08-23T09:49:46.853" v="567" actId="20577"/>
        <pc:sldMkLst>
          <pc:docMk/>
          <pc:sldMk cId="3937513179" sldId="426"/>
        </pc:sldMkLst>
        <pc:spChg chg="mod">
          <ac:chgData name="Vishan Jayasinghearachchi" userId="e0f191b0-af06-4f5a-b353-a7a1de994339" providerId="ADAL" clId="{BAAA1309-E6DD-42DD-B0DC-20336A39E5AF}" dt="2025-08-23T09:49:46.853" v="567" actId="20577"/>
          <ac:spMkLst>
            <pc:docMk/>
            <pc:sldMk cId="3937513179" sldId="426"/>
            <ac:spMk id="3" creationId="{EFA89D46-A14D-DAB8-67E2-352C3FCAD24A}"/>
          </ac:spMkLst>
        </pc:spChg>
      </pc:sldChg>
      <pc:sldChg chg="modSp add mod modAnim">
        <pc:chgData name="Vishan Jayasinghearachchi" userId="e0f191b0-af06-4f5a-b353-a7a1de994339" providerId="ADAL" clId="{BAAA1309-E6DD-42DD-B0DC-20336A39E5AF}" dt="2025-08-23T09:50:02.969" v="568" actId="6549"/>
        <pc:sldMkLst>
          <pc:docMk/>
          <pc:sldMk cId="1228776150" sldId="427"/>
        </pc:sldMkLst>
        <pc:spChg chg="mod">
          <ac:chgData name="Vishan Jayasinghearachchi" userId="e0f191b0-af06-4f5a-b353-a7a1de994339" providerId="ADAL" clId="{BAAA1309-E6DD-42DD-B0DC-20336A39E5AF}" dt="2025-08-23T09:48:11.077" v="492" actId="27636"/>
          <ac:spMkLst>
            <pc:docMk/>
            <pc:sldMk cId="1228776150" sldId="427"/>
            <ac:spMk id="2" creationId="{83C4AB1B-D97F-699E-2804-FCA0459F897B}"/>
          </ac:spMkLst>
        </pc:spChg>
        <pc:spChg chg="mod">
          <ac:chgData name="Vishan Jayasinghearachchi" userId="e0f191b0-af06-4f5a-b353-a7a1de994339" providerId="ADAL" clId="{BAAA1309-E6DD-42DD-B0DC-20336A39E5AF}" dt="2025-08-23T09:50:02.969" v="568" actId="6549"/>
          <ac:spMkLst>
            <pc:docMk/>
            <pc:sldMk cId="1228776150" sldId="427"/>
            <ac:spMk id="3" creationId="{9668DE8B-5C18-A428-CDC8-C0ABBC0CB8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B43B4-6C3D-4860-B2FA-FCF4426D4D4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98294-0BDB-4EF1-B5C6-FB2C878B9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72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98294-0BDB-4EF1-B5C6-FB2C878B9C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49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A0A0A"/>
                </a:solidFill>
              </a:rPr>
              <a:t>ZERO / ZERO = </a:t>
            </a:r>
            <a:r>
              <a:rPr lang="en-US" dirty="0" err="1">
                <a:solidFill>
                  <a:srgbClr val="0A0A0A"/>
                </a:solidFill>
              </a:rPr>
              <a:t>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98294-0BDB-4EF1-B5C6-FB2C878B9C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9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5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9838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76887"/>
            <a:ext cx="10240903" cy="4367881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6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0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0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9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4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2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9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2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2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2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5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4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8" r:id="rId1"/>
    <p:sldLayoutId id="2147484579" r:id="rId2"/>
    <p:sldLayoutId id="2147484580" r:id="rId3"/>
    <p:sldLayoutId id="2147484581" r:id="rId4"/>
    <p:sldLayoutId id="2147484582" r:id="rId5"/>
    <p:sldLayoutId id="2147484583" r:id="rId6"/>
    <p:sldLayoutId id="2147484584" r:id="rId7"/>
    <p:sldLayoutId id="2147484585" r:id="rId8"/>
    <p:sldLayoutId id="2147484586" r:id="rId9"/>
    <p:sldLayoutId id="2147484587" r:id="rId10"/>
    <p:sldLayoutId id="2147484588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juliocasal.com/blog/Should-You-Write-Unit-Tes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ng-titanium.com/titanium-exporter/f22_schematic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unit-testi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ocasal.com/assets/images/what-is-a-unit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Un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Zm0lHciFsQ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alousys.com/blog/what-is-test-driven-development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aeldung.com/java-unit-testing-best-practice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integration-testing" TargetMode="External"/><Relationship Id="rId2" Type="http://schemas.openxmlformats.org/officeDocument/2006/relationships/hyperlink" Target="https://en.wikipedia.org/wiki/Test_doub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9MqpBlEPS5A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alousys.com/blog/what-is-test-driven-development/" TargetMode="External"/><Relationship Id="rId2" Type="http://schemas.openxmlformats.org/officeDocument/2006/relationships/hyperlink" Target="https://docs.junit.org/current/user-guide/#writing-test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mailto:vishan.j@sliit.lk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Unit Testing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SE3070 - Case Studies in Software Engineering</a:t>
            </a:r>
          </a:p>
          <a:p>
            <a:r>
              <a:rPr lang="en-US" dirty="0"/>
              <a:t>Semester 2, 2025</a:t>
            </a:r>
          </a:p>
          <a:p>
            <a:r>
              <a:rPr lang="en-US" dirty="0"/>
              <a:t>SLIIT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781B-2FB5-50B6-E83F-9262DD9A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9B31-F74A-F3F0-0961-2017A230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ptos"/>
              </a:rPr>
              <a:t>After completing this topic, you will be able to,</a:t>
            </a:r>
          </a:p>
          <a:p>
            <a:pPr marL="685800">
              <a:lnSpc>
                <a:spcPct val="150000"/>
              </a:lnSpc>
              <a:spcBef>
                <a:spcPts val="500"/>
              </a:spcBef>
            </a:pPr>
            <a:r>
              <a:rPr lang="en-US" sz="2600" dirty="0">
                <a:latin typeface="Aptos"/>
              </a:rPr>
              <a:t>Explain why testing is essential for safe refactoring.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ptos"/>
              </a:rPr>
              <a:t>Write unit tests in Java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ptos"/>
              </a:rPr>
              <a:t>Apply good techniques in writing unit tests for proper coverage.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ptos"/>
              </a:rPr>
              <a:t>Successfully apply unit testing in refactoring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3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94EF-32A7-8FA5-1DF8-19C64EC8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F04A-71B7-1194-3EA8-1136A002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69E33-B5A7-70BB-3425-2B63A974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What is Testing?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Why do Testing?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Test Pyramid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Unit Testing</a:t>
            </a:r>
          </a:p>
          <a:p>
            <a:pPr lvl="1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Unit Testing Frameworks</a:t>
            </a:r>
          </a:p>
          <a:p>
            <a:pPr lvl="1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What to check in Unit Tests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Test-Driven Development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Best Practices in Testing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Additional Topics to Read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ptos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7458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93A9-8A12-5C47-1131-31305B2D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17246F59-01B2-2A3E-4C89-1C55B5DC1F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BC3184-B4A7-DED3-C91B-30881375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is Testing?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B419-B459-409D-A817-89BF16E4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What is a test? 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For a given input, validate if (actual behavior==expected behavior)</a:t>
            </a:r>
            <a:endParaRPr lang="en-US" sz="2800" dirty="0"/>
          </a:p>
          <a:p>
            <a:pPr>
              <a:lnSpc>
                <a:spcPct val="109999"/>
              </a:lnSpc>
              <a:spcBef>
                <a:spcPts val="500"/>
              </a:spcBef>
              <a:buFont typeface="Courier New" panose="020B0604020202020204" pitchFamily="34" charset="0"/>
            </a:pPr>
            <a:r>
              <a:rPr lang="en-US" dirty="0">
                <a:latin typeface="Aptos"/>
              </a:rPr>
              <a:t>Types of testing</a:t>
            </a:r>
            <a:endParaRPr lang="en-US" dirty="0"/>
          </a:p>
          <a:p>
            <a:pPr lvl="1">
              <a:lnSpc>
                <a:spcPct val="109999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Unit</a:t>
            </a:r>
            <a:r>
              <a:rPr lang="en-US" dirty="0">
                <a:latin typeface="Aptos"/>
              </a:rPr>
              <a:t>, Integration, System, Acceptance</a:t>
            </a:r>
            <a:endParaRPr lang="en-US" dirty="0"/>
          </a:p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Test pyramid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Many unit tests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Fewer integration tests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Few End to end tests</a:t>
            </a:r>
            <a:endParaRPr lang="en-US" dirty="0"/>
          </a:p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Automation &amp; repeatability are essential</a:t>
            </a:r>
            <a:endParaRPr lang="en-US" dirty="0"/>
          </a:p>
          <a:p>
            <a:pPr>
              <a:lnSpc>
                <a:spcPct val="109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6932E-6C25-031B-1CE4-83886C16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33E7-F252-A384-5899-CAEFDEA5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Test Pyramid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D5C55-E546-B58B-0AF2-506253E1187B}"/>
              </a:ext>
            </a:extLst>
          </p:cNvPr>
          <p:cNvSpPr txBox="1"/>
          <p:nvPr/>
        </p:nvSpPr>
        <p:spPr>
          <a:xfrm>
            <a:off x="1781186" y="6106853"/>
            <a:ext cx="8620272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latin typeface="Aptos"/>
              </a:rPr>
              <a:t>Source: </a:t>
            </a:r>
            <a:r>
              <a:rPr lang="en-US" sz="1000" dirty="0">
                <a:ea typeface="+mn-lt"/>
                <a:cs typeface="+mn-lt"/>
                <a:hlinkClick r:id="rId2"/>
              </a:rPr>
              <a:t>https://juliocasal.com/blog/Should-You-Write-Unit-Tests</a:t>
            </a:r>
            <a:r>
              <a:rPr lang="en-US" sz="1000" dirty="0">
                <a:ea typeface="+mn-lt"/>
                <a:cs typeface="+mn-lt"/>
              </a:rPr>
              <a:t> </a:t>
            </a:r>
          </a:p>
        </p:txBody>
      </p:sp>
      <p:pic>
        <p:nvPicPr>
          <p:cNvPr id="4" name="Picture 3" descr="A diagram of testing and testing&#10;&#10;AI-generated content may be incorrect.">
            <a:extLst>
              <a:ext uri="{FF2B5EF4-FFF2-40B4-BE49-F238E27FC236}">
                <a16:creationId xmlns:a16="http://schemas.microsoft.com/office/drawing/2014/main" id="{C6F98287-D8DC-ADE4-B81A-A35FDB49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1" y="1656496"/>
            <a:ext cx="8632371" cy="444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0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76A9-BD02-64B4-33DE-FAC1B36B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D922-61F1-A538-E234-2ABBF937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do Testing?</a:t>
            </a:r>
            <a:endParaRPr lang="en-US" b="0" dirty="0">
              <a:ea typeface="+mj-lt"/>
              <a:cs typeface="+mj-lt"/>
            </a:endParaRPr>
          </a:p>
        </p:txBody>
      </p:sp>
      <p:pic>
        <p:nvPicPr>
          <p:cNvPr id="5" name="Picture 4" descr="A diagram of a fighter jet&#10;&#10;AI-generated content may be incorrect.">
            <a:extLst>
              <a:ext uri="{FF2B5EF4-FFF2-40B4-BE49-F238E27FC236}">
                <a16:creationId xmlns:a16="http://schemas.microsoft.com/office/drawing/2014/main" id="{2D500341-6B2A-4A34-97DE-0A0473107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1907721"/>
            <a:ext cx="790575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3E2AF1-465C-C0B9-A15E-DA7D1FA92E74}"/>
              </a:ext>
            </a:extLst>
          </p:cNvPr>
          <p:cNvSpPr txBox="1"/>
          <p:nvPr/>
        </p:nvSpPr>
        <p:spPr>
          <a:xfrm>
            <a:off x="2193983" y="6065888"/>
            <a:ext cx="8620272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latin typeface="Aptos"/>
              </a:rPr>
              <a:t>Lockheed Martin F-22 Raptor schematic diagram. Source: </a:t>
            </a:r>
            <a:r>
              <a:rPr lang="en-US" sz="1000" dirty="0">
                <a:ea typeface="+mn-lt"/>
                <a:cs typeface="+mn-lt"/>
                <a:hlinkClick r:id="rId3"/>
              </a:rPr>
              <a:t>https://www.king-titanium.com/titanium-exporter/f22_schematic.jpg</a:t>
            </a:r>
            <a:r>
              <a:rPr lang="en-US" sz="1000" dirty="0">
                <a:ea typeface="+mn-lt"/>
                <a:cs typeface="+mn-lt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0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40901-6939-FD94-A37E-A482EFF9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525C-82FB-4AD5-A2C1-E826616B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 dirty="0"/>
              <a:t>Why do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15F3-A91C-C58C-0469-EF1D4850C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7019"/>
            <a:ext cx="10098090" cy="502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How many components are in an F22 Raptor?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Likely hundreds of thousands to millions (exact figure not public).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ptos"/>
              </a:rPr>
              <a:t>What if Lockheed Martin assembled a fighter with "untested" parts (i.e. parts built but not verified for proper operation)?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The aircraft would not work, with </a:t>
            </a:r>
            <a:r>
              <a:rPr lang="en-US" b="1" dirty="0">
                <a:solidFill>
                  <a:srgbClr val="000000"/>
                </a:solidFill>
                <a:latin typeface="Aptos"/>
              </a:rPr>
              <a:t>problems far too complex to even comprehend</a:t>
            </a:r>
            <a:r>
              <a:rPr lang="en-US" dirty="0">
                <a:solidFill>
                  <a:srgbClr val="000000"/>
                </a:solidFill>
                <a:latin typeface="Aptos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Would be cheaper to entirely scratch that off and start over.</a:t>
            </a:r>
          </a:p>
        </p:txBody>
      </p:sp>
    </p:spTree>
    <p:extLst>
      <p:ext uri="{BB962C8B-B14F-4D97-AF65-F5344CB8AC3E}">
        <p14:creationId xmlns:p14="http://schemas.microsoft.com/office/powerpoint/2010/main" val="359492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5522-5503-6A2F-3201-09047F5E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5DF7-2668-44B4-9152-F9ED0535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 dirty="0"/>
              <a:t>Why do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A1AD-14F7-5B47-5F7E-3EA561EAA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7019"/>
            <a:ext cx="10098090" cy="502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What was the cause of failure here?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rgbClr val="000000"/>
                </a:solidFill>
                <a:latin typeface="Aptos"/>
              </a:rPr>
              <a:t>Implementation complexity</a:t>
            </a:r>
            <a:r>
              <a:rPr lang="en-US" dirty="0">
                <a:solidFill>
                  <a:srgbClr val="000000"/>
                </a:solidFill>
                <a:latin typeface="Aptos"/>
              </a:rPr>
              <a:t> was not managed.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Each individual part should have been tested first before being integrated with other parts.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Gradually integrate and verify the components then (creating sub-systems)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If adding a new component causes a problem, then the problem must be with the recently added part – fix that part.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Apply this process until a working complete system is produced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5014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701B-DA3E-F60B-93D2-A7FEC14C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9923-4DD5-D5D0-39F9-3BDAD3CE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 dirty="0"/>
              <a:t>Why do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8FEE1-C17C-ED7D-74D7-B0F236CE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7019"/>
            <a:ext cx="10098090" cy="502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There are two approaches to writing programs</a:t>
            </a:r>
            <a:endParaRPr lang="en-US" dirty="0"/>
          </a:p>
          <a:p>
            <a:r>
              <a:rPr lang="en-US" b="1" dirty="0">
                <a:solidFill>
                  <a:srgbClr val="000000"/>
                </a:solidFill>
                <a:latin typeface="Aptos"/>
              </a:rPr>
              <a:t>Approach 01 - </a:t>
            </a:r>
            <a:r>
              <a:rPr lang="en-US" dirty="0">
                <a:solidFill>
                  <a:srgbClr val="000000"/>
                </a:solidFill>
                <a:latin typeface="Aptos"/>
              </a:rPr>
              <a:t>Write all the code and hope for the best before compiling and running it.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Usually results in a program which does not work at all</a:t>
            </a:r>
          </a:p>
          <a:p>
            <a:r>
              <a:rPr lang="en-US" b="1" dirty="0">
                <a:solidFill>
                  <a:srgbClr val="000000"/>
                </a:solidFill>
                <a:latin typeface="Aptos"/>
              </a:rPr>
              <a:t>Approach 02 - </a:t>
            </a:r>
            <a:r>
              <a:rPr lang="en-US" dirty="0">
                <a:solidFill>
                  <a:srgbClr val="000000"/>
                </a:solidFill>
                <a:latin typeface="Aptos"/>
              </a:rPr>
              <a:t>Incremental change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Write a small piece of code and test it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Write a little more code and test that too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Integrate the two verified pieces of code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Aptos"/>
              </a:rPr>
              <a:t>...continue until the product is complete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4160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D048-8450-2BD7-E5E9-B72E3CDA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EFC27D08-1413-603B-4FDD-A5ADB515CA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A490E3-A2D1-2246-F137-24ED8C3D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is Unit Testing?</a:t>
            </a:r>
            <a:endParaRPr lang="en-US" b="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6D47-4DA5-E744-3DD4-623494CF5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r>
              <a:rPr lang="en-US" dirty="0">
                <a:latin typeface="Aptos"/>
              </a:rPr>
              <a:t>Large programs contain main smaller "pieces".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Commonly known as </a:t>
            </a:r>
            <a:r>
              <a:rPr lang="en-US" b="1" dirty="0">
                <a:latin typeface="Aptos"/>
              </a:rPr>
              <a:t>Units</a:t>
            </a:r>
            <a:r>
              <a:rPr lang="en-US" dirty="0">
                <a:latin typeface="Aptos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A unit is usually a </a:t>
            </a:r>
            <a:r>
              <a:rPr lang="en-US" b="1" dirty="0">
                <a:latin typeface="Aptos"/>
              </a:rPr>
              <a:t>Class or a Method </a:t>
            </a:r>
            <a:r>
              <a:rPr lang="en-US" dirty="0">
                <a:latin typeface="Aptos"/>
              </a:rPr>
              <a:t>in an OOP context.</a:t>
            </a:r>
          </a:p>
          <a:p>
            <a:r>
              <a:rPr lang="en-US" dirty="0">
                <a:latin typeface="Aptos"/>
              </a:rPr>
              <a:t>Unit testing is done to test these small pieces </a:t>
            </a:r>
            <a:r>
              <a:rPr lang="en-US" b="1" dirty="0">
                <a:latin typeface="Aptos"/>
              </a:rPr>
              <a:t>in isolation</a:t>
            </a:r>
            <a:r>
              <a:rPr lang="en-US" dirty="0">
                <a:latin typeface="Aptos"/>
              </a:rPr>
              <a:t> before they are integrated with other pieces.</a:t>
            </a:r>
            <a:endParaRPr lang="en-US" dirty="0"/>
          </a:p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Benefits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Cheap and fast feedback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Prevents regressions - </a:t>
            </a:r>
            <a:r>
              <a:rPr lang="en-US" dirty="0" err="1">
                <a:latin typeface="Aptos"/>
              </a:rPr>
              <a:t>eables</a:t>
            </a:r>
            <a:r>
              <a:rPr lang="en-US" dirty="0">
                <a:latin typeface="Aptos"/>
              </a:rPr>
              <a:t> safe refactoring</a:t>
            </a:r>
          </a:p>
          <a:p>
            <a:r>
              <a:rPr lang="en-US" sz="3000" dirty="0">
                <a:latin typeface="Aptos"/>
              </a:rPr>
              <a:t>See </a:t>
            </a:r>
            <a:r>
              <a:rPr lang="en-US" sz="3000" dirty="0">
                <a:latin typeface="Aptos"/>
                <a:hlinkClick r:id="rId3"/>
              </a:rPr>
              <a:t>this article</a:t>
            </a:r>
            <a:endParaRPr lang="en-US" dirty="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49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6589C-9C75-A9FC-3FCE-3C46A377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043E-94C2-CE7B-7EBA-5E4F557B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is Unit Testing?</a:t>
            </a:r>
            <a:endParaRPr lang="en-US" b="0" dirty="0">
              <a:ea typeface="+mj-lt"/>
              <a:cs typeface="+mj-lt"/>
            </a:endParaRPr>
          </a:p>
        </p:txBody>
      </p:sp>
      <p:pic>
        <p:nvPicPr>
          <p:cNvPr id="6" name="Picture 5" descr="A diagram of a game&#10;&#10;AI-generated content may be incorrect.">
            <a:extLst>
              <a:ext uri="{FF2B5EF4-FFF2-40B4-BE49-F238E27FC236}">
                <a16:creationId xmlns:a16="http://schemas.microsoft.com/office/drawing/2014/main" id="{11E99700-C3AD-A9AF-241B-DB1A01AE1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07" y="1666374"/>
            <a:ext cx="7425239" cy="4477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92ABBA-D299-2A8B-F019-86C0C4F4569F}"/>
              </a:ext>
            </a:extLst>
          </p:cNvPr>
          <p:cNvSpPr txBox="1"/>
          <p:nvPr/>
        </p:nvSpPr>
        <p:spPr>
          <a:xfrm>
            <a:off x="2193983" y="6142088"/>
            <a:ext cx="8620272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latin typeface="Aptos"/>
              </a:rPr>
              <a:t>Source: </a:t>
            </a:r>
            <a:r>
              <a:rPr lang="en-US" sz="1000" dirty="0">
                <a:ea typeface="+mn-lt"/>
                <a:cs typeface="+mn-lt"/>
                <a:hlinkClick r:id="rId3"/>
              </a:rPr>
              <a:t>https://juliocasal.com/assets/images/what-is-a-unit.png</a:t>
            </a:r>
            <a:r>
              <a:rPr lang="en-US" sz="1000" dirty="0">
                <a:ea typeface="+mn-lt"/>
                <a:cs typeface="+mn-lt"/>
              </a:rPr>
              <a:t> 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04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0687-6725-0BF7-D372-8D865C7F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68930E97-406A-E02D-D79C-8F71207A7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5CF3F-D1D9-7774-3F7F-FE007121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is Unit Testing?</a:t>
            </a:r>
            <a:endParaRPr lang="en-US" b="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E48F-AFB8-9E3D-0C59-0D1D92EB1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Aptos"/>
              </a:rPr>
              <a:t>Unit tests create objects, call methods and check results</a:t>
            </a:r>
            <a:endParaRPr lang="en-US" dirty="0"/>
          </a:p>
          <a:p>
            <a:r>
              <a:rPr lang="en-US" dirty="0">
                <a:latin typeface="Aptos"/>
              </a:rPr>
              <a:t>Unit tests work by comparing actual vs expected results via Assert statements.</a:t>
            </a:r>
          </a:p>
          <a:p>
            <a:r>
              <a:rPr lang="en-US" dirty="0">
                <a:latin typeface="Aptos"/>
              </a:rPr>
              <a:t>Automate unit tests so they can run often (many times daily)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Ensures changes don’t break the code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Regression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Prevents system instability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0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FE13-2BA4-8ED7-8B6D-E82AF0C4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502EDA4D-BA5C-946D-4E47-6FC8B7F325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B5940-8320-797A-581B-40107389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Refactoring and Unit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27C4-C123-D50C-CAC5-0929C5719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Refactoring changes internal code but </a:t>
            </a:r>
            <a:r>
              <a:rPr lang="en-US" b="1" dirty="0">
                <a:latin typeface="Aptos"/>
              </a:rPr>
              <a:t>must preserve behavior</a:t>
            </a:r>
            <a:endParaRPr lang="en-US" dirty="0">
              <a:latin typeface="Aptos"/>
            </a:endParaRPr>
          </a:p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Lack of tests when refactoring/ development can result in fear of change and sometimes, catastrophic failure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Knight Capital case - $440M in 30 minutes loss due to faulty release</a:t>
            </a:r>
          </a:p>
          <a:p>
            <a:pPr>
              <a:lnSpc>
                <a:spcPct val="109999"/>
              </a:lnSpc>
            </a:pPr>
            <a:r>
              <a:rPr lang="en-US" dirty="0">
                <a:latin typeface="Aptos"/>
              </a:rPr>
              <a:t>Having tests help avoid </a:t>
            </a:r>
            <a:r>
              <a:rPr lang="en-US" b="1" dirty="0">
                <a:latin typeface="Aptos"/>
              </a:rPr>
              <a:t>regression bugs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Ensures existing features keep working after changes</a:t>
            </a:r>
            <a:endParaRPr lang="en-US" sz="2800" dirty="0"/>
          </a:p>
          <a:p>
            <a:pPr>
              <a:lnSpc>
                <a:spcPct val="109999"/>
              </a:lnSpc>
            </a:pPr>
            <a:r>
              <a:rPr lang="en-US" sz="3000" dirty="0">
                <a:latin typeface="Aptos"/>
              </a:rPr>
              <a:t>Tests provide the safety net for software evolution</a:t>
            </a:r>
            <a:endParaRPr lang="en-US" dirty="0">
              <a:latin typeface="Aptos"/>
            </a:endParaRPr>
          </a:p>
          <a:p>
            <a:pPr>
              <a:lnSpc>
                <a:spcPct val="109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2474-A6F8-006F-582D-60890F6A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ADCF1D83-D242-F2AF-D633-7A1A71061F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CF443F-F12F-F1CF-613F-E8250D73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Unit Testing frameworks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DE3B6-FE3B-7A81-665A-7759E457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r>
              <a:rPr lang="en-US" dirty="0">
                <a:latin typeface="Aptos"/>
              </a:rPr>
              <a:t>Usually these automated tests are handled by a unit testing framework + an IDE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Adding tests, running tests require only little developer intervention</a:t>
            </a:r>
          </a:p>
          <a:p>
            <a:r>
              <a:rPr lang="en-US" dirty="0">
                <a:latin typeface="Aptos"/>
              </a:rPr>
              <a:t>After running the tests the unit testing framework presents the results of the tests on the IDE.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You get an overview of what tests passed and what failed</a:t>
            </a:r>
            <a:endParaRPr lang="en-US" dirty="0"/>
          </a:p>
          <a:p>
            <a:r>
              <a:rPr lang="en-US" dirty="0">
                <a:latin typeface="Aptos"/>
              </a:rPr>
              <a:t>Some well-known unit testing frameworks include,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JUnit, </a:t>
            </a:r>
            <a:r>
              <a:rPr lang="en-US" dirty="0" err="1">
                <a:latin typeface="Aptos"/>
              </a:rPr>
              <a:t>NUnit</a:t>
            </a:r>
            <a:r>
              <a:rPr lang="en-US" dirty="0">
                <a:latin typeface="Aptos"/>
              </a:rPr>
              <a:t> (and many other </a:t>
            </a:r>
            <a:r>
              <a:rPr lang="en-US" dirty="0">
                <a:latin typeface="Aptos"/>
                <a:hlinkClick r:id="rId3"/>
              </a:rPr>
              <a:t>xUnit frameworks</a:t>
            </a:r>
            <a:r>
              <a:rPr lang="en-US" dirty="0">
                <a:latin typeface="Aptos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TestNG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hlinkClick r:id="rId4"/>
              </a:rPr>
              <a:t>[YouTube] Java Unit Testing with JUnit</a:t>
            </a:r>
            <a:endParaRPr lang="en-US" dirty="0">
              <a:latin typeface="Aptos"/>
            </a:endParaRPr>
          </a:p>
          <a:p>
            <a:r>
              <a:rPr lang="en-US" dirty="0">
                <a:latin typeface="Aptos"/>
              </a:rPr>
              <a:t>Note: Tests can be run programmatically too.</a:t>
            </a:r>
          </a:p>
        </p:txBody>
      </p:sp>
    </p:spTree>
    <p:extLst>
      <p:ext uri="{BB962C8B-B14F-4D97-AF65-F5344CB8AC3E}">
        <p14:creationId xmlns:p14="http://schemas.microsoft.com/office/powerpoint/2010/main" val="52397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C33B-33D1-8743-E734-B7E24653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5867-B9F6-6089-48A3-CF66FBEF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Unit Testing frameworks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11FC-5A4D-0BDF-0A76-6599124C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Aptos"/>
              </a:rPr>
              <a:t>JUnit simple test example</a:t>
            </a:r>
          </a:p>
          <a:p>
            <a:endParaRPr lang="en-US" dirty="0"/>
          </a:p>
        </p:txBody>
      </p:sp>
      <p:pic>
        <p:nvPicPr>
          <p:cNvPr id="5" name="Picture 4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1E3BD7F4-4EC0-07E6-DF01-5193D539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9" y="2263798"/>
            <a:ext cx="5143500" cy="1485900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2A2F801-303F-0799-F96A-2EEB71525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7" r="-106" b="13052"/>
          <a:stretch>
            <a:fillRect/>
          </a:stretch>
        </p:blipFill>
        <p:spPr>
          <a:xfrm>
            <a:off x="1353910" y="3988254"/>
            <a:ext cx="10278844" cy="1962781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4624512-C658-6B23-229E-DB7DE9F97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389" y="1865539"/>
            <a:ext cx="6115050" cy="1885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18FDA6-6B40-676D-E526-F3B4374DBFC3}"/>
              </a:ext>
            </a:extLst>
          </p:cNvPr>
          <p:cNvSpPr txBox="1"/>
          <p:nvPr/>
        </p:nvSpPr>
        <p:spPr>
          <a:xfrm>
            <a:off x="1681679" y="3457282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Aptos"/>
              </a:rPr>
              <a:t>Method to be tested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BD1FE-0345-DE9A-844B-80D6740A44B0}"/>
              </a:ext>
            </a:extLst>
          </p:cNvPr>
          <p:cNvSpPr txBox="1"/>
          <p:nvPr/>
        </p:nvSpPr>
        <p:spPr>
          <a:xfrm>
            <a:off x="7306442" y="345728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Aptos"/>
              </a:rPr>
              <a:t>Test case (i.e. the unit test)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64DAD-23F3-0137-73D2-AE259BFE92A9}"/>
              </a:ext>
            </a:extLst>
          </p:cNvPr>
          <p:cNvSpPr txBox="1"/>
          <p:nvPr/>
        </p:nvSpPr>
        <p:spPr>
          <a:xfrm>
            <a:off x="5120704" y="5953834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Aptos"/>
              </a:rPr>
              <a:t>Execution result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23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8E2E-DFF9-88F3-408F-3434F5AC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3100-3C73-6807-1105-9D460985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Components of a unit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A553-513C-20E2-37D6-C6B551005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r>
              <a:rPr lang="en-US" dirty="0">
                <a:latin typeface="Aptos"/>
              </a:rPr>
              <a:t>Assertions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Aptos"/>
              </a:rPr>
              <a:t>Unit Testing works on Assertions.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Aptos"/>
              </a:rPr>
              <a:t>An Assertion is a condition that is expected to be true in order to pass the test.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"/>
              </a:rPr>
              <a:t>E.g. </a:t>
            </a:r>
            <a:r>
              <a:rPr lang="en-US" dirty="0" err="1">
                <a:latin typeface="Aptos"/>
              </a:rPr>
              <a:t>AssertTrue</a:t>
            </a:r>
            <a:r>
              <a:rPr lang="en-US" dirty="0">
                <a:latin typeface="Aptos"/>
              </a:rPr>
              <a:t>(), </a:t>
            </a:r>
            <a:r>
              <a:rPr lang="en-US" dirty="0" err="1">
                <a:latin typeface="Aptos"/>
              </a:rPr>
              <a:t>AssertEquals</a:t>
            </a:r>
            <a:r>
              <a:rPr lang="en-US" dirty="0">
                <a:latin typeface="Aptos"/>
              </a:rPr>
              <a:t>(), </a:t>
            </a:r>
            <a:r>
              <a:rPr lang="en-US" dirty="0" err="1">
                <a:latin typeface="Aptos"/>
              </a:rPr>
              <a:t>AssertNull</a:t>
            </a:r>
            <a:r>
              <a:rPr lang="en-US" dirty="0">
                <a:latin typeface="Aptos"/>
              </a:rPr>
              <a:t>(), </a:t>
            </a:r>
            <a:r>
              <a:rPr lang="en-US" dirty="0" err="1">
                <a:latin typeface="Aptos"/>
              </a:rPr>
              <a:t>AssertNotNull</a:t>
            </a:r>
            <a:r>
              <a:rPr lang="en-US" dirty="0">
                <a:latin typeface="Aptos"/>
              </a:rPr>
              <a:t>() etc.</a:t>
            </a:r>
          </a:p>
          <a:p>
            <a:r>
              <a:rPr lang="en-US" dirty="0">
                <a:latin typeface="Aptos"/>
              </a:rPr>
              <a:t>Annotations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special markers (prefixed with @) that tell the test framework how to run certain methods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"/>
              </a:rPr>
              <a:t>E.g. @Test, @BeforeEach, @AfterEach etc.</a:t>
            </a:r>
          </a:p>
          <a:p>
            <a:r>
              <a:rPr lang="en-US" dirty="0">
                <a:latin typeface="Aptos"/>
              </a:rPr>
              <a:t>Test Case</a:t>
            </a:r>
          </a:p>
          <a:p>
            <a:pPr lvl="1"/>
            <a:r>
              <a:rPr lang="en-US" dirty="0">
                <a:latin typeface="Aptos"/>
              </a:rPr>
              <a:t>A test Case is </a:t>
            </a:r>
            <a:r>
              <a:rPr lang="en-US" dirty="0"/>
              <a:t>one @Test method that checks a specific behavior/scenario.</a:t>
            </a:r>
          </a:p>
          <a:p>
            <a:pPr lvl="1"/>
            <a:r>
              <a:rPr lang="en-US" dirty="0">
                <a:latin typeface="Aptos"/>
              </a:rPr>
              <a:t>A unit test can be composed of one more test cases.</a:t>
            </a:r>
          </a:p>
        </p:txBody>
      </p:sp>
    </p:spTree>
    <p:extLst>
      <p:ext uri="{BB962C8B-B14F-4D97-AF65-F5344CB8AC3E}">
        <p14:creationId xmlns:p14="http://schemas.microsoft.com/office/powerpoint/2010/main" val="22070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6D77-F742-5C14-01B0-3BFE0D00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F354-413C-CE4A-1796-06324818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Components of a unit test</a:t>
            </a:r>
            <a:endParaRPr lang="en-US" dirty="0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927CC42-2E4C-D8F9-FB53-C1E4157E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60" y="2714625"/>
            <a:ext cx="6115050" cy="18859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9A96F4-16D2-0F66-E469-0C3321F233B1}"/>
              </a:ext>
            </a:extLst>
          </p:cNvPr>
          <p:cNvCxnSpPr/>
          <p:nvPr/>
        </p:nvCxnSpPr>
        <p:spPr>
          <a:xfrm flipV="1">
            <a:off x="3567508" y="4224959"/>
            <a:ext cx="870322" cy="13749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B34067-2F22-1987-4026-C9A41E5BF981}"/>
              </a:ext>
            </a:extLst>
          </p:cNvPr>
          <p:cNvCxnSpPr>
            <a:cxnSpLocks/>
          </p:cNvCxnSpPr>
          <p:nvPr/>
        </p:nvCxnSpPr>
        <p:spPr>
          <a:xfrm>
            <a:off x="2010851" y="2791399"/>
            <a:ext cx="1490807" cy="5844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06F7A4-8E5B-F7E5-859F-D2047053F03D}"/>
              </a:ext>
            </a:extLst>
          </p:cNvPr>
          <p:cNvSpPr txBox="1"/>
          <p:nvPr/>
        </p:nvSpPr>
        <p:spPr>
          <a:xfrm>
            <a:off x="1164192" y="252671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  <a:latin typeface="Aptos"/>
              </a:rPr>
              <a:t>Annotation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571314-6034-A5C4-DDE3-7D633A6D3DBA}"/>
              </a:ext>
            </a:extLst>
          </p:cNvPr>
          <p:cNvSpPr txBox="1"/>
          <p:nvPr/>
        </p:nvSpPr>
        <p:spPr>
          <a:xfrm>
            <a:off x="2905906" y="55311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  <a:latin typeface="Aptos"/>
              </a:rPr>
              <a:t>Assertion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CBC6E-FD3C-7E73-3FD3-758C93819EB6}"/>
              </a:ext>
            </a:extLst>
          </p:cNvPr>
          <p:cNvSpPr/>
          <p:nvPr/>
        </p:nvSpPr>
        <p:spPr>
          <a:xfrm>
            <a:off x="3049360" y="3157159"/>
            <a:ext cx="6449274" cy="160675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30C267-82A2-872F-01DF-5A3DBC57D3F2}"/>
              </a:ext>
            </a:extLst>
          </p:cNvPr>
          <p:cNvCxnSpPr/>
          <p:nvPr/>
        </p:nvCxnSpPr>
        <p:spPr>
          <a:xfrm flipH="1" flipV="1">
            <a:off x="9498634" y="4538133"/>
            <a:ext cx="654756" cy="1038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848D7B-848B-DB81-340E-2805BD880848}"/>
              </a:ext>
            </a:extLst>
          </p:cNvPr>
          <p:cNvSpPr txBox="1"/>
          <p:nvPr/>
        </p:nvSpPr>
        <p:spPr>
          <a:xfrm>
            <a:off x="9567333" y="550068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  <a:latin typeface="Aptos"/>
              </a:rPr>
              <a:t>Test Case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7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4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32D-6368-0DE7-F1B3-27600737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6453-308A-ED74-249C-FAFE2EC4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Common Parts of a unit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C152-30A2-FEDF-5E5F-AA68E6010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r>
              <a:rPr lang="en-US" dirty="0">
                <a:latin typeface="Aptos"/>
              </a:rPr>
              <a:t>Some common assertions in JUnit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assertEquals</a:t>
            </a:r>
            <a:r>
              <a:rPr lang="en-US" b="1" dirty="0">
                <a:latin typeface="Aptos"/>
              </a:rPr>
              <a:t>(expected, actual)</a:t>
            </a:r>
            <a:r>
              <a:rPr lang="en-US" dirty="0">
                <a:latin typeface="Aptos"/>
              </a:rPr>
              <a:t> - checks values are equal</a:t>
            </a: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assertNotEquals</a:t>
            </a:r>
            <a:r>
              <a:rPr lang="en-US" b="1" dirty="0">
                <a:latin typeface="Aptos"/>
              </a:rPr>
              <a:t>(unexpected, actual)</a:t>
            </a:r>
            <a:r>
              <a:rPr lang="en-US" dirty="0">
                <a:latin typeface="Aptos"/>
              </a:rPr>
              <a:t> - checks values are not equal</a:t>
            </a:r>
            <a:endParaRPr lang="en-US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assertTrue</a:t>
            </a:r>
            <a:r>
              <a:rPr lang="en-US" b="1" dirty="0">
                <a:latin typeface="Aptos"/>
              </a:rPr>
              <a:t>(condition)</a:t>
            </a:r>
            <a:r>
              <a:rPr lang="en-US" dirty="0">
                <a:latin typeface="Aptos"/>
              </a:rPr>
              <a:t> - checks condition is true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assertFalse</a:t>
            </a:r>
            <a:r>
              <a:rPr lang="en-US" b="1" dirty="0">
                <a:latin typeface="Aptos"/>
              </a:rPr>
              <a:t>(condition)</a:t>
            </a:r>
            <a:r>
              <a:rPr lang="en-US" dirty="0">
                <a:latin typeface="Aptos"/>
              </a:rPr>
              <a:t> - checks condition is false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assertNull</a:t>
            </a:r>
            <a:r>
              <a:rPr lang="en-US" b="1" dirty="0">
                <a:latin typeface="Aptos"/>
              </a:rPr>
              <a:t>(object)</a:t>
            </a:r>
            <a:r>
              <a:rPr lang="en-US" dirty="0">
                <a:latin typeface="Aptos"/>
              </a:rPr>
              <a:t> - checks object is null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assertNotNull</a:t>
            </a:r>
            <a:r>
              <a:rPr lang="en-US" b="1" dirty="0">
                <a:latin typeface="Aptos"/>
              </a:rPr>
              <a:t>(object)</a:t>
            </a:r>
            <a:r>
              <a:rPr lang="en-US" dirty="0">
                <a:latin typeface="Aptos"/>
              </a:rPr>
              <a:t> - checks object is not null</a:t>
            </a:r>
            <a:endParaRPr lang="en-US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err="1">
                <a:latin typeface="Aptos"/>
              </a:rPr>
              <a:t>assertThrows</a:t>
            </a:r>
            <a:r>
              <a:rPr lang="en-US" b="1" dirty="0">
                <a:latin typeface="Aptos"/>
              </a:rPr>
              <a:t>(</a:t>
            </a:r>
            <a:r>
              <a:rPr lang="en-US" b="1" err="1">
                <a:latin typeface="Aptos"/>
              </a:rPr>
              <a:t>Exception.class</a:t>
            </a:r>
            <a:r>
              <a:rPr lang="en-US" b="1" dirty="0">
                <a:latin typeface="Aptos"/>
              </a:rPr>
              <a:t>, executable)</a:t>
            </a:r>
            <a:r>
              <a:rPr lang="en-US" dirty="0">
                <a:latin typeface="Aptos"/>
              </a:rPr>
              <a:t> - checks code throws an exception</a:t>
            </a:r>
            <a:endParaRPr lang="en-US" dirty="0"/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 err="1">
                <a:latin typeface="Aptos"/>
              </a:rPr>
              <a:t>assertAll</a:t>
            </a:r>
            <a:r>
              <a:rPr lang="en-US" b="1" dirty="0">
                <a:latin typeface="Aptos"/>
              </a:rPr>
              <a:t>(...)</a:t>
            </a:r>
            <a:r>
              <a:rPr lang="en-US" dirty="0">
                <a:latin typeface="Aptos"/>
              </a:rPr>
              <a:t> - </a:t>
            </a:r>
            <a:r>
              <a:rPr lang="en-US" dirty="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Asserts that all supplied </a:t>
            </a:r>
            <a:r>
              <a:rPr lang="en-US" dirty="0">
                <a:solidFill>
                  <a:srgbClr val="000000"/>
                </a:solidFill>
                <a:latin typeface="Aptos"/>
                <a:ea typeface="Fira Mono"/>
              </a:rPr>
              <a:t>executables</a:t>
            </a:r>
            <a:r>
              <a:rPr lang="en-US" dirty="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 do not throw exceptions.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lnSpc>
                <a:spcPct val="109999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fail(message) </a:t>
            </a:r>
            <a:r>
              <a:rPr lang="en-US" dirty="0">
                <a:latin typeface="Aptos"/>
              </a:rPr>
              <a:t>- </a:t>
            </a:r>
            <a:r>
              <a:rPr lang="en-US" dirty="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Fails a test with the given failure </a:t>
            </a:r>
            <a:r>
              <a:rPr lang="en-US" dirty="0">
                <a:solidFill>
                  <a:srgbClr val="000000"/>
                </a:solidFill>
                <a:latin typeface="Aptos"/>
                <a:ea typeface="Fira Mono"/>
              </a:rPr>
              <a:t>message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endParaRPr lang="en-US" dirty="0">
              <a:latin typeface="Aptos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endParaRPr lang="en-US" dirty="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16313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3E94-C81C-0AEC-90DF-69DE7ED2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C9E3-581F-69D8-7639-1853A4D6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Common Parts of a unit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08A-84C1-3D1D-3E71-6C7D91CEB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Some common annotations in Junit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@Test</a:t>
            </a:r>
            <a:r>
              <a:rPr lang="en-US" dirty="0">
                <a:latin typeface="Aptos"/>
              </a:rPr>
              <a:t> - marks a method as a test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@BeforeEach </a:t>
            </a:r>
            <a:r>
              <a:rPr lang="en-US" dirty="0">
                <a:latin typeface="Aptos"/>
              </a:rPr>
              <a:t>- runs before every test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@AfterEach</a:t>
            </a:r>
            <a:r>
              <a:rPr lang="en-US" dirty="0">
                <a:latin typeface="Aptos"/>
              </a:rPr>
              <a:t> - runs after every test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@BeforeAll</a:t>
            </a:r>
            <a:r>
              <a:rPr lang="en-US" dirty="0">
                <a:latin typeface="Aptos"/>
              </a:rPr>
              <a:t> - runs once before all tests</a:t>
            </a:r>
            <a:endParaRPr lang="en-US" dirty="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@AfterAll</a:t>
            </a:r>
            <a:r>
              <a:rPr lang="en-US" dirty="0">
                <a:latin typeface="Aptos"/>
              </a:rPr>
              <a:t> - runs once after all tests</a:t>
            </a:r>
            <a:endParaRPr lang="en-US" dirty="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@Disabled</a:t>
            </a:r>
            <a:r>
              <a:rPr lang="en-US" dirty="0">
                <a:latin typeface="Aptos"/>
              </a:rPr>
              <a:t> - disables a test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@ParameterizedTest</a:t>
            </a:r>
            <a:r>
              <a:rPr lang="en-US" dirty="0">
                <a:latin typeface="Aptos"/>
              </a:rPr>
              <a:t> - runs a test with different inputs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b="1" dirty="0">
                <a:latin typeface="Aptos"/>
              </a:rPr>
              <a:t>@RepeatedTest(n)</a:t>
            </a:r>
            <a:r>
              <a:rPr lang="en-US" dirty="0">
                <a:latin typeface="Aptos"/>
              </a:rPr>
              <a:t> - repeats a test multiple times</a:t>
            </a:r>
            <a:endParaRPr lang="en-US" dirty="0"/>
          </a:p>
          <a:p>
            <a:pPr lvl="1">
              <a:buFont typeface="Courier New,monospace" panose="020B0604020202020204" pitchFamily="34" charset="0"/>
              <a:buChar char="o"/>
            </a:pPr>
            <a:endParaRPr lang="en-US" dirty="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9145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0FF6B-DB90-BE77-E320-E29E5BC6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21A2-77C3-B1A3-022E-481C5EB3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68FF-D958-9DFC-DC3E-EE184662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Aptos"/>
              </a:rPr>
              <a:t>Positive test cases (happy path) </a:t>
            </a:r>
            <a:endParaRPr lang="en-US" dirty="0"/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Verify the method under test works correctly with valid inputs.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b="1" dirty="0">
                <a:latin typeface="Aptos"/>
              </a:rPr>
              <a:t>Negative test cases (sad path)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Confirm invalid inputs trigger the right failures or exceptions.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ptos"/>
              </a:rPr>
              <a:t>Boundary/edge cases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Test inputs at the limits (min, max, zero, null, </a:t>
            </a:r>
            <a:r>
              <a:rPr lang="en-US" dirty="0" err="1">
                <a:latin typeface="Aptos"/>
              </a:rPr>
              <a:t>NaN</a:t>
            </a:r>
            <a:r>
              <a:rPr lang="en-US" dirty="0">
                <a:latin typeface="Aptos"/>
              </a:rPr>
              <a:t>, etc.).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ptos"/>
              </a:rPr>
              <a:t>Equivalence classes</a:t>
            </a:r>
            <a:endParaRPr lang="en-US" dirty="0">
              <a:latin typeface="Aptos"/>
            </a:endParaRP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Test one representative value from each input category instead of every possible value.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ptos"/>
              </a:rPr>
              <a:t>Determinism</a:t>
            </a:r>
          </a:p>
          <a:p>
            <a:pPr lvl="1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Ensure the method under test gives the same result every time for the same inputs, independent of time, randomness, or environment.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ptos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Aptos"/>
              </a:rPr>
              <a:t>See Code  example provided.</a:t>
            </a:r>
          </a:p>
        </p:txBody>
      </p:sp>
    </p:spTree>
    <p:extLst>
      <p:ext uri="{BB962C8B-B14F-4D97-AF65-F5344CB8AC3E}">
        <p14:creationId xmlns:p14="http://schemas.microsoft.com/office/powerpoint/2010/main" val="100182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E05E7-8A8C-C2D3-E47D-541CA4F5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9353-38CE-7170-8C71-EEB19DA9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8829C7F-8515-A5D4-FAE1-6AC72D1A6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50" t="2296" r="-110" b="-255"/>
          <a:stretch>
            <a:fillRect/>
          </a:stretch>
        </p:blipFill>
        <p:spPr>
          <a:xfrm>
            <a:off x="1495369" y="1805991"/>
            <a:ext cx="9151382" cy="3857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B9BBA-D062-0E62-86D4-4AE6117E2C75}"/>
              </a:ext>
            </a:extLst>
          </p:cNvPr>
          <p:cNvSpPr txBox="1"/>
          <p:nvPr/>
        </p:nvSpPr>
        <p:spPr>
          <a:xfrm>
            <a:off x="4723534" y="566494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Calculator Class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164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7889-58AA-5CD7-FC0D-BB681E7C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8CC3-A712-A593-48DD-D9F07457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6F385-5CFB-6C26-00BE-CB98BE5FDF8D}"/>
              </a:ext>
            </a:extLst>
          </p:cNvPr>
          <p:cNvSpPr txBox="1"/>
          <p:nvPr/>
        </p:nvSpPr>
        <p:spPr>
          <a:xfrm>
            <a:off x="2350096" y="499389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Positive test case</a:t>
            </a:r>
            <a:endParaRPr lang="en-US" dirty="0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91C8046-95B0-6767-3560-BDB3D3A1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995" y="1423307"/>
            <a:ext cx="4581526" cy="4947558"/>
          </a:xfrm>
          <a:prstGeom prst="rect">
            <a:avLst/>
          </a:prstGeom>
        </p:spPr>
      </p:pic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AC3DE030-AA76-A741-657B-894BF310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98" y="1851097"/>
            <a:ext cx="6461022" cy="3156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658CB-F004-C06C-8AB2-70181231911E}"/>
              </a:ext>
            </a:extLst>
          </p:cNvPr>
          <p:cNvSpPr txBox="1"/>
          <p:nvPr/>
        </p:nvSpPr>
        <p:spPr>
          <a:xfrm>
            <a:off x="4614676" y="585000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A fragment of </a:t>
            </a:r>
            <a:r>
              <a:rPr lang="en-US" dirty="0" err="1">
                <a:solidFill>
                  <a:schemeClr val="accent2"/>
                </a:solidFill>
                <a:latin typeface="Aptos"/>
              </a:rPr>
              <a:t>CalculatorTest</a:t>
            </a:r>
            <a:r>
              <a:rPr lang="en-US" dirty="0">
                <a:solidFill>
                  <a:schemeClr val="accent2"/>
                </a:solidFill>
                <a:latin typeface="Aptos"/>
              </a:rPr>
              <a:t> Class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752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878E-BCC5-73ED-DC4C-5125210D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9BD1-7B8E-979C-994E-F960FFAA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2CF9C-F98E-CEEB-1956-D4148643B259}"/>
              </a:ext>
            </a:extLst>
          </p:cNvPr>
          <p:cNvSpPr txBox="1"/>
          <p:nvPr/>
        </p:nvSpPr>
        <p:spPr>
          <a:xfrm>
            <a:off x="4723533" y="565757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Negative test case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35B7FED-2394-6B98-CBAD-922788834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7" y="2583294"/>
            <a:ext cx="11679186" cy="306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4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9032-5DB4-1D06-93EC-DAFD070B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A787-7F6B-5FA3-1A63-1A443C47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CDE0F-B962-F45F-26E0-8568822BA820}"/>
              </a:ext>
            </a:extLst>
          </p:cNvPr>
          <p:cNvSpPr txBox="1"/>
          <p:nvPr/>
        </p:nvSpPr>
        <p:spPr>
          <a:xfrm>
            <a:off x="4723533" y="602382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Boundary checks</a:t>
            </a:r>
            <a:endParaRPr lang="en-US" dirty="0" err="1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2C06FA3-2617-8032-3825-CA52B3F07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443" y="1532757"/>
            <a:ext cx="8695401" cy="449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93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C307B-CABA-F3C1-E77C-ECB5F2A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1DB2-B79A-5FAC-0107-1D4F922D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890AD-7028-E3F6-5291-47BE1A359625}"/>
              </a:ext>
            </a:extLst>
          </p:cNvPr>
          <p:cNvSpPr txBox="1"/>
          <p:nvPr/>
        </p:nvSpPr>
        <p:spPr>
          <a:xfrm>
            <a:off x="4723533" y="593603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Equivalence checks</a:t>
            </a:r>
            <a:endParaRPr lang="en-US" dirty="0" err="1">
              <a:solidFill>
                <a:schemeClr val="accent2"/>
              </a:solidFill>
            </a:endParaRPr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ABBA3B5C-8293-E451-E76E-C87BD9854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05" y="1614026"/>
            <a:ext cx="10142280" cy="421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39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C868-A979-9EA9-8ACD-EDC73A36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7C0F-9806-050B-DA66-F4FD675D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2DB6C-2998-43B4-3584-E42079A4D7ED}"/>
              </a:ext>
            </a:extLst>
          </p:cNvPr>
          <p:cNvSpPr txBox="1"/>
          <p:nvPr/>
        </p:nvSpPr>
        <p:spPr>
          <a:xfrm>
            <a:off x="4723533" y="478320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Determinism checks</a:t>
            </a:r>
            <a:endParaRPr lang="en-US" dirty="0" err="1">
              <a:solidFill>
                <a:schemeClr val="accent2"/>
              </a:solidFill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4A615EB-73C0-A45F-6409-2B6DF4BCE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56" y="2325483"/>
            <a:ext cx="6426609" cy="245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8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C309-9A49-6E84-FC58-28B6A8BF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62B7-702C-7EC3-9E43-2C065CE8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to check in Unit Tests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B307A-AD69-B93D-62D0-1C67BA211453}"/>
              </a:ext>
            </a:extLst>
          </p:cNvPr>
          <p:cNvSpPr txBox="1"/>
          <p:nvPr/>
        </p:nvSpPr>
        <p:spPr>
          <a:xfrm>
            <a:off x="5116823" y="55697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tos"/>
              </a:rPr>
              <a:t>Test Results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99642E-ABE1-93B7-AC76-47096F03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6" y="1433052"/>
            <a:ext cx="12063259" cy="41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58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F99F8-40EA-9DD6-2157-87A25202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BA68-627A-9257-FF23-168AE922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pic>
        <p:nvPicPr>
          <p:cNvPr id="4" name="Content Placeholder 3" descr="A diagram of a test driven development&#10;&#10;AI-generated content may be incorrect.">
            <a:extLst>
              <a:ext uri="{FF2B5EF4-FFF2-40B4-BE49-F238E27FC236}">
                <a16:creationId xmlns:a16="http://schemas.microsoft.com/office/drawing/2014/main" id="{68FB3178-9006-B012-7616-A4C1679E9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538" y="1592767"/>
            <a:ext cx="6771967" cy="4422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221D9-856C-6A67-03D8-E007AE8E917D}"/>
              </a:ext>
            </a:extLst>
          </p:cNvPr>
          <p:cNvSpPr txBox="1"/>
          <p:nvPr/>
        </p:nvSpPr>
        <p:spPr>
          <a:xfrm>
            <a:off x="2181693" y="6006894"/>
            <a:ext cx="8620272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latin typeface="Aptos"/>
              </a:rPr>
              <a:t>Source: </a:t>
            </a:r>
            <a:r>
              <a:rPr lang="en-US" sz="1000" dirty="0">
                <a:ea typeface="+mn-lt"/>
                <a:cs typeface="+mn-lt"/>
                <a:hlinkClick r:id="rId3"/>
              </a:rPr>
              <a:t>https://www.zealousys.com/blog/what-is-test-driven-development/</a:t>
            </a:r>
            <a:r>
              <a:rPr lang="en-US" sz="100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5961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C41E-2F10-EA36-8E6E-115AF7C9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201B-1535-57EA-8041-D1103FC0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FC19-13AA-B600-5D79-3EC35154F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925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dirty="0">
                <a:latin typeface="Aptos"/>
              </a:rPr>
              <a:t>Write a Test</a:t>
            </a:r>
          </a:p>
          <a:p>
            <a:pPr marL="914400" lvl="1" indent="-457200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Start by writing a small test for the next piece of functionality.</a:t>
            </a:r>
          </a:p>
          <a:p>
            <a:pPr marL="914400" lvl="1" indent="-457200">
              <a:lnSpc>
                <a:spcPct val="80000"/>
              </a:lnSpc>
              <a:buFont typeface="Courier New"/>
              <a:buChar char="o"/>
            </a:pPr>
            <a:r>
              <a:rPr lang="en-US" dirty="0">
                <a:latin typeface="Aptos"/>
              </a:rPr>
              <a:t>Run the Test. The test will fail because the feature isn’t implemented yet. This ensures the test is valid.</a:t>
            </a:r>
          </a:p>
          <a:p>
            <a:pPr marL="457200" indent="-457200">
              <a:lnSpc>
                <a:spcPct val="80000"/>
              </a:lnSpc>
            </a:pPr>
            <a:r>
              <a:rPr lang="en-US" dirty="0">
                <a:latin typeface="Aptos"/>
              </a:rPr>
              <a:t>Write the Minimum Code - Implement just enough code to make the test pass.</a:t>
            </a:r>
          </a:p>
          <a:p>
            <a:pPr marL="914400" lvl="1" indent="-457200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Avoid over-engineering at this stage.</a:t>
            </a:r>
          </a:p>
          <a:p>
            <a:pPr marL="457200" indent="-457200">
              <a:lnSpc>
                <a:spcPct val="80000"/>
              </a:lnSpc>
            </a:pPr>
            <a:r>
              <a:rPr lang="en-US" dirty="0">
                <a:latin typeface="Aptos"/>
              </a:rPr>
              <a:t>Run All Tests</a:t>
            </a:r>
          </a:p>
          <a:p>
            <a:pPr marL="914400" lvl="1" indent="-457200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Verify the new test passes.</a:t>
            </a:r>
          </a:p>
          <a:p>
            <a:pPr marL="914400" lvl="1" indent="-457200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Ensure no old tests are broken.</a:t>
            </a:r>
          </a:p>
          <a:p>
            <a:pPr marL="457200" indent="-457200">
              <a:lnSpc>
                <a:spcPct val="80000"/>
              </a:lnSpc>
            </a:pPr>
            <a:r>
              <a:rPr lang="en-US" dirty="0">
                <a:latin typeface="Aptos"/>
              </a:rPr>
              <a:t>Refactor - Improve the code structure while keeping all tests green.</a:t>
            </a:r>
          </a:p>
          <a:p>
            <a:pPr marL="914400" lvl="1" indent="-457200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Remove duplication, simplify, and clarify design.</a:t>
            </a:r>
          </a:p>
          <a:p>
            <a:pPr marL="457200" indent="-457200">
              <a:lnSpc>
                <a:spcPct val="80000"/>
              </a:lnSpc>
            </a:pPr>
            <a:r>
              <a:rPr lang="en-US" dirty="0">
                <a:latin typeface="Aptos"/>
              </a:rPr>
              <a:t>Repeat - Continue the cycle for each new feature or requirement.</a:t>
            </a:r>
          </a:p>
          <a:p>
            <a:pPr marL="457200" indent="-457200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CB2E-CACF-76E9-8DAA-DF14D15B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A5A3-B576-A330-7329-53A4E904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EE7ED-D6AE-DB21-5E34-11859954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pPr marL="457200" indent="-457200"/>
            <a:r>
              <a:rPr lang="en-US" dirty="0">
                <a:latin typeface="Aptos"/>
              </a:rPr>
              <a:t>Test-Driven Development (TDD)</a:t>
            </a:r>
            <a:endParaRPr lang="en-US" dirty="0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Tests are written before code.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Drives design - encourages thinking about interfaces and responsibilities.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Produces simpler, cleaner solutions (avoids over-engineering).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Provides immediate feedback with every cycle.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Bugs are caught early, reducing debugging effort.</a:t>
            </a:r>
          </a:p>
          <a:p>
            <a:pPr marL="457200" indent="-457200"/>
            <a:r>
              <a:rPr lang="en-US" dirty="0">
                <a:latin typeface="Aptos"/>
              </a:rPr>
              <a:t>Writing tests after coding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Tests are written after implementation.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May miss design flaws because design is already fixed.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Often leads to more complex code with weaker guidance.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Feedback is delayed until after coding is complete.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Bugs found later, increasing debugging and rework.</a:t>
            </a:r>
          </a:p>
        </p:txBody>
      </p:sp>
    </p:spTree>
    <p:extLst>
      <p:ext uri="{BB962C8B-B14F-4D97-AF65-F5344CB8AC3E}">
        <p14:creationId xmlns:p14="http://schemas.microsoft.com/office/powerpoint/2010/main" val="48556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618E-5509-195D-EE51-02C8CB2D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0391-976C-8409-A061-0C2492CF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/>
              <a:t>Unit Testing + 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EA22-F134-2E03-0358-6E082781C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/>
            <a:r>
              <a:rPr lang="en-US" dirty="0">
                <a:latin typeface="Aptos"/>
              </a:rPr>
              <a:t>Start with a test capturing expected behavior</a:t>
            </a:r>
          </a:p>
          <a:p>
            <a:pPr marL="914400" lvl="1" indent="-457200"/>
            <a:r>
              <a:rPr lang="en-US" dirty="0">
                <a:latin typeface="Aptos"/>
              </a:rPr>
              <a:t>Write tests first if you don’t have them</a:t>
            </a:r>
          </a:p>
          <a:p>
            <a:pPr marL="457200" indent="-457200"/>
            <a:r>
              <a:rPr lang="en-US" dirty="0">
                <a:latin typeface="Aptos"/>
              </a:rPr>
              <a:t>Apply refactoring techniques</a:t>
            </a:r>
            <a:endParaRPr lang="en-US" dirty="0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e.g., Extract Method, Introduce Parameter Object</a:t>
            </a:r>
            <a:endParaRPr lang="en-US" dirty="0"/>
          </a:p>
          <a:p>
            <a:pPr marL="457200" indent="-457200"/>
            <a:r>
              <a:rPr lang="en-US" dirty="0">
                <a:latin typeface="Aptos"/>
              </a:rPr>
              <a:t>Re-run tests </a:t>
            </a:r>
            <a:endParaRPr lang="en-US" dirty="0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If all unit tests pass -&gt; behavior unchanged -&gt; no regression issues</a:t>
            </a:r>
            <a:endParaRPr lang="en-US" dirty="0"/>
          </a:p>
          <a:p>
            <a:pPr marL="457200" indent="-457200"/>
            <a:endParaRPr lang="en-US" dirty="0">
              <a:latin typeface="Aptos"/>
            </a:endParaRPr>
          </a:p>
        </p:txBody>
      </p:sp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B2D6844E-3DDE-A1D2-C434-D6E5C9EF7A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7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FAAD-9246-2481-8E43-E3ACFF7B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AB1B-D97F-699E-2804-FCA0459F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 fontScale="90000"/>
          </a:bodyPr>
          <a:lstStyle/>
          <a:p>
            <a:r>
              <a:rPr lang="en-US" dirty="0"/>
              <a:t>Best practices in 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8DE8B-5C18-A428-CDC8-C0ABBC0C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/>
            <a:r>
              <a:rPr lang="en-US" dirty="0">
                <a:latin typeface="Aptos"/>
              </a:rPr>
              <a:t>Read </a:t>
            </a:r>
            <a:r>
              <a:rPr lang="en-US" dirty="0">
                <a:latin typeface="Aptos"/>
                <a:hlinkClick r:id="rId2"/>
              </a:rPr>
              <a:t>this article.</a:t>
            </a:r>
            <a:endParaRPr lang="en-US" dirty="0">
              <a:latin typeface="Aptos"/>
            </a:endParaRPr>
          </a:p>
        </p:txBody>
      </p:sp>
      <p:pic>
        <p:nvPicPr>
          <p:cNvPr id="4" name="Picture 3" descr="A cartoon light bulb with a finger up&#10;&#10;Description automatically generated">
            <a:extLst>
              <a:ext uri="{FF2B5EF4-FFF2-40B4-BE49-F238E27FC236}">
                <a16:creationId xmlns:a16="http://schemas.microsoft.com/office/drawing/2014/main" id="{2886377A-2D01-F1C2-7223-FA8A322E6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932" y="4798721"/>
            <a:ext cx="1247092" cy="139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7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641F-C97E-70C3-5A0C-6730C876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2B63-0D96-0591-E555-C6732B49E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>
            <a:normAutofit/>
          </a:bodyPr>
          <a:lstStyle/>
          <a:p>
            <a:r>
              <a:rPr lang="en-US" dirty="0"/>
              <a:t>Additional Topics to 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89D46-A14D-DAB8-67E2-352C3FCAD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4835"/>
            <a:ext cx="10018713" cy="4856968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US" dirty="0">
                <a:latin typeface="Aptos"/>
              </a:rPr>
              <a:t>Test Doubles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Simulate real dependencies so a unit can be tested in isolation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Read this </a:t>
            </a:r>
            <a:r>
              <a:rPr lang="en-US" dirty="0">
                <a:hlinkClick r:id="rId2"/>
              </a:rPr>
              <a:t>article on test doubles</a:t>
            </a:r>
            <a:endParaRPr lang="en-US" dirty="0"/>
          </a:p>
          <a:p>
            <a:r>
              <a:rPr lang="en-US" dirty="0">
                <a:latin typeface="Aptos"/>
              </a:rPr>
              <a:t>Integration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Verify interactions between modules/subsystems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Discover interface mismatches, data flow issues, hidden dependencies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</a:rPr>
              <a:t>Read this </a:t>
            </a:r>
            <a:r>
              <a:rPr lang="en-US" dirty="0">
                <a:latin typeface="Aptos"/>
                <a:hlinkClick r:id="rId3"/>
              </a:rPr>
              <a:t>article on Integration Testing</a:t>
            </a:r>
            <a:endParaRPr lang="en-US" dirty="0">
              <a:latin typeface="Aptos"/>
            </a:endParaRPr>
          </a:p>
          <a:p>
            <a:pPr>
              <a:spcBef>
                <a:spcPts val="500"/>
              </a:spcBef>
              <a:buFont typeface="Courier New" panose="020B0604020202020204" pitchFamily="34" charset="0"/>
            </a:pPr>
            <a:r>
              <a:rPr lang="en-US" dirty="0">
                <a:latin typeface="Aptos"/>
              </a:rPr>
              <a:t>API Testing</a:t>
            </a:r>
          </a:p>
          <a:p>
            <a:r>
              <a:rPr lang="en-US" dirty="0">
                <a:latin typeface="Aptos"/>
                <a:hlinkClick r:id="rId4"/>
              </a:rPr>
              <a:t>[YouTube] Unit testing and integration testing in CI/CD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45720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13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4C60-5258-1935-C3CD-DF3CF144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2CA5-3AB8-CBF3-163E-DFE17588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5490-F98F-FBCC-8B1A-D8DE33D46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7019"/>
            <a:ext cx="10098090" cy="502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500" dirty="0">
                <a:latin typeface="Aptos"/>
              </a:rPr>
              <a:t>Testing is essential - it provides confidence that software works correctly, prevents regressions, and enables safe refactoring.</a:t>
            </a:r>
          </a:p>
          <a:p>
            <a:r>
              <a:rPr lang="en-US" sz="2500" dirty="0">
                <a:latin typeface="Aptos"/>
              </a:rPr>
              <a:t>Unit Testing focuses on small components, giving fast and cheap feedback compared to higher-level tests.</a:t>
            </a:r>
            <a:endParaRPr lang="en-US" sz="2500"/>
          </a:p>
          <a:p>
            <a:r>
              <a:rPr lang="en-US" sz="2500" dirty="0">
                <a:latin typeface="Aptos"/>
              </a:rPr>
              <a:t>Test-Driven Development (TDD)  is a natural extension to unit testing.</a:t>
            </a:r>
          </a:p>
          <a:p>
            <a:r>
              <a:rPr lang="en-US" sz="2500" dirty="0">
                <a:latin typeface="Aptos"/>
              </a:rPr>
              <a:t>Testing + Refactoring together they form a continuous improvement loop </a:t>
            </a:r>
            <a:endParaRPr lang="en-US" sz="25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 dirty="0">
                <a:latin typeface="Aptos"/>
              </a:rPr>
              <a:t>Tests act as a safety net</a:t>
            </a:r>
            <a:endParaRPr lang="en-US" sz="25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 dirty="0">
                <a:latin typeface="Aptos"/>
              </a:rPr>
              <a:t>Refactoring keeps the codebase clean and maintainable</a:t>
            </a:r>
            <a:endParaRPr lang="en-US" sz="2500" dirty="0"/>
          </a:p>
          <a:p>
            <a:r>
              <a:rPr lang="en-US" sz="2500" dirty="0">
                <a:latin typeface="Aptos"/>
              </a:rPr>
              <a:t>Industry practice - unit testing is not isolated; it integrates </a:t>
            </a:r>
            <a:r>
              <a:rPr lang="en-US" sz="2500" dirty="0" err="1">
                <a:latin typeface="Aptos"/>
              </a:rPr>
              <a:t>intoCI</a:t>
            </a:r>
            <a:r>
              <a:rPr lang="en-US" sz="2500" dirty="0">
                <a:latin typeface="Aptos"/>
              </a:rPr>
              <a:t>/CD pipelines, ensuring reliable and automated </a:t>
            </a:r>
            <a:r>
              <a:rPr lang="en-US" sz="2500" dirty="0" err="1">
                <a:latin typeface="Aptos"/>
              </a:rPr>
              <a:t>qualitychecks</a:t>
            </a:r>
            <a:r>
              <a:rPr lang="en-US" sz="2500" dirty="0"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636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F0F4-7A51-AC53-20C9-14256DED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A46E-833C-3123-D07E-430986C3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64923"/>
            <a:ext cx="10018713" cy="760956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5F3F-95B1-D3F6-8EC5-F1052E003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7019"/>
            <a:ext cx="10098090" cy="502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Aptos"/>
                <a:ea typeface="+mn-lt"/>
                <a:cs typeface="+mn-lt"/>
              </a:rPr>
              <a:t>Martin Fowler, </a:t>
            </a:r>
            <a:r>
              <a:rPr lang="en-US" i="1" dirty="0">
                <a:latin typeface="Aptos"/>
                <a:ea typeface="+mn-lt"/>
                <a:cs typeface="+mn-lt"/>
              </a:rPr>
              <a:t>"Refactoring: Improving the Design of Existing Code"</a:t>
            </a:r>
            <a:r>
              <a:rPr lang="en-US" dirty="0">
                <a:latin typeface="Aptos"/>
                <a:ea typeface="+mn-lt"/>
                <a:cs typeface="+mn-lt"/>
              </a:rPr>
              <a:t>, 2nd Edition - Chapters 4.</a:t>
            </a:r>
          </a:p>
          <a:p>
            <a:r>
              <a:rPr lang="en-US" dirty="0">
                <a:latin typeface="Aptos"/>
                <a:hlinkClick r:id="rId2"/>
              </a:rPr>
              <a:t>JUnit 5 User Guide | Writing Tests</a:t>
            </a:r>
            <a:endParaRPr lang="en-US" dirty="0">
              <a:latin typeface="Aptos"/>
            </a:endParaRPr>
          </a:p>
          <a:p>
            <a:r>
              <a:rPr lang="en-US" dirty="0">
                <a:latin typeface="Aptos"/>
                <a:hlinkClick r:id="rId3"/>
              </a:rPr>
              <a:t>Why Test Driven Development Matters: Best Practices to Implement TDD</a:t>
            </a:r>
            <a:r>
              <a:rPr lang="en-US" dirty="0">
                <a:latin typeface="Aptos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1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CB60-7D8A-C508-C10F-D09C7796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4D45-DD8D-1E20-5004-44F92707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8824-2B8D-D7B7-9E51-C382BDBB8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0568"/>
            <a:ext cx="3932545" cy="410846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 i="1">
                <a:latin typeface="Aptos"/>
              </a:rPr>
              <a:t>Vishan </a:t>
            </a:r>
            <a:r>
              <a:rPr lang="en-US" sz="2400" i="1" err="1">
                <a:latin typeface="Aptos"/>
              </a:rPr>
              <a:t>Jayasinghearachchi</a:t>
            </a:r>
          </a:p>
          <a:p>
            <a:r>
              <a:rPr lang="en-US" sz="2400" i="1">
                <a:latin typeface="Aptos"/>
              </a:rPr>
              <a:t>Department of Software Engineering</a:t>
            </a:r>
            <a:br>
              <a:rPr lang="en-US" sz="2400" i="1">
                <a:latin typeface="Aptos"/>
              </a:rPr>
            </a:br>
            <a:r>
              <a:rPr lang="en-US" sz="2400" i="1">
                <a:latin typeface="Aptos"/>
                <a:hlinkClick r:id="rId2"/>
              </a:rPr>
              <a:t>vishan.j@sliit.lk</a:t>
            </a:r>
            <a:endParaRPr lang="en-US" sz="2400" i="1">
              <a:latin typeface="Aptos"/>
            </a:endParaRPr>
          </a:p>
        </p:txBody>
      </p:sp>
      <p:pic>
        <p:nvPicPr>
          <p:cNvPr id="9" name="Picture Placeholder 8" descr="A close up of a paper&#10;&#10;AI-generated content may be incorrect.">
            <a:extLst>
              <a:ext uri="{FF2B5EF4-FFF2-40B4-BE49-F238E27FC236}">
                <a16:creationId xmlns:a16="http://schemas.microsoft.com/office/drawing/2014/main" id="{D70A2B10-EBB0-8ED6-2BAB-599711516DD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3270" r="13270"/>
          <a:stretch/>
        </p:blipFill>
        <p:spPr>
          <a:xfrm>
            <a:off x="5297179" y="-4438"/>
            <a:ext cx="6898328" cy="640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2740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</TotalTime>
  <Words>1706</Words>
  <Application>Microsoft Office PowerPoint</Application>
  <PresentationFormat>Widescreen</PresentationFormat>
  <Paragraphs>231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Arial</vt:lpstr>
      <vt:lpstr>Avenir Next LT Pro</vt:lpstr>
      <vt:lpstr>Avenir Next LT Pro Light</vt:lpstr>
      <vt:lpstr>Courier New</vt:lpstr>
      <vt:lpstr>Courier New,monospace</vt:lpstr>
      <vt:lpstr>Wingdings</vt:lpstr>
      <vt:lpstr>GradientRiseVTI</vt:lpstr>
      <vt:lpstr>Unit Testing</vt:lpstr>
      <vt:lpstr>Learning Outcomes</vt:lpstr>
      <vt:lpstr>Contents</vt:lpstr>
      <vt:lpstr>What is Testing?</vt:lpstr>
      <vt:lpstr>Test Pyramid</vt:lpstr>
      <vt:lpstr>Why do Testing?</vt:lpstr>
      <vt:lpstr>Why do Testing?</vt:lpstr>
      <vt:lpstr>Why do Testing?</vt:lpstr>
      <vt:lpstr>Why do Testing?</vt:lpstr>
      <vt:lpstr>What is Unit Testing?</vt:lpstr>
      <vt:lpstr>What is Unit Testing?</vt:lpstr>
      <vt:lpstr>What is Unit Testing?</vt:lpstr>
      <vt:lpstr>Refactoring and Unit Testing</vt:lpstr>
      <vt:lpstr>Unit Testing frameworks</vt:lpstr>
      <vt:lpstr>Unit Testing frameworks</vt:lpstr>
      <vt:lpstr>Components of a unit test</vt:lpstr>
      <vt:lpstr>Components of a unit test</vt:lpstr>
      <vt:lpstr>Common Parts of a unit test</vt:lpstr>
      <vt:lpstr>Common Parts of a unit test</vt:lpstr>
      <vt:lpstr>What to check in Unit Tests</vt:lpstr>
      <vt:lpstr>What to check in Unit Tests</vt:lpstr>
      <vt:lpstr>What to check in Unit Tests</vt:lpstr>
      <vt:lpstr>What to check in Unit Tests</vt:lpstr>
      <vt:lpstr>What to check in Unit Tests</vt:lpstr>
      <vt:lpstr>What to check in Unit Tests</vt:lpstr>
      <vt:lpstr>What to check in Unit Tests</vt:lpstr>
      <vt:lpstr>What to check in Unit Tests</vt:lpstr>
      <vt:lpstr>Test Driven Development</vt:lpstr>
      <vt:lpstr>Test Driven Development</vt:lpstr>
      <vt:lpstr>Test Driven Development</vt:lpstr>
      <vt:lpstr>Unit Testing + Refactoring</vt:lpstr>
      <vt:lpstr>Best practices in unit testing</vt:lpstr>
      <vt:lpstr>Additional Topics to read</vt:lpstr>
      <vt:lpstr>Summary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vishan.j@sliit.lk</dc:creator>
  <cp:lastModifiedBy>Vishan Jayasinghearachchi</cp:lastModifiedBy>
  <cp:revision>921</cp:revision>
  <dcterms:created xsi:type="dcterms:W3CDTF">2025-07-25T09:59:10Z</dcterms:created>
  <dcterms:modified xsi:type="dcterms:W3CDTF">2025-08-23T13:21:18Z</dcterms:modified>
</cp:coreProperties>
</file>